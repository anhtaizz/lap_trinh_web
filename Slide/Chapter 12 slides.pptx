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9" r:id="rId1"/>
  </p:sldMasterIdLst>
  <p:notesMasterIdLst>
    <p:notesMasterId r:id="rId56"/>
  </p:notesMasterIdLst>
  <p:handoutMasterIdLst>
    <p:handoutMasterId r:id="rId57"/>
  </p:handoutMasterIdLst>
  <p:sldIdLst>
    <p:sldId id="323" r:id="rId2"/>
    <p:sldId id="324" r:id="rId3"/>
    <p:sldId id="325" r:id="rId4"/>
    <p:sldId id="326" r:id="rId5"/>
    <p:sldId id="327" r:id="rId6"/>
    <p:sldId id="328" r:id="rId7"/>
    <p:sldId id="329" r:id="rId8"/>
    <p:sldId id="330" r:id="rId9"/>
    <p:sldId id="331" r:id="rId10"/>
    <p:sldId id="332" r:id="rId11"/>
    <p:sldId id="333" r:id="rId12"/>
    <p:sldId id="376" r:id="rId13"/>
    <p:sldId id="334" r:id="rId14"/>
    <p:sldId id="335" r:id="rId15"/>
    <p:sldId id="336" r:id="rId16"/>
    <p:sldId id="337" r:id="rId17"/>
    <p:sldId id="338" r:id="rId18"/>
    <p:sldId id="339" r:id="rId19"/>
    <p:sldId id="340" r:id="rId20"/>
    <p:sldId id="341" r:id="rId21"/>
    <p:sldId id="342" r:id="rId22"/>
    <p:sldId id="343" r:id="rId23"/>
    <p:sldId id="344" r:id="rId24"/>
    <p:sldId id="345" r:id="rId25"/>
    <p:sldId id="346" r:id="rId26"/>
    <p:sldId id="347" r:id="rId27"/>
    <p:sldId id="348" r:id="rId28"/>
    <p:sldId id="349" r:id="rId29"/>
    <p:sldId id="350" r:id="rId30"/>
    <p:sldId id="351" r:id="rId31"/>
    <p:sldId id="352" r:id="rId32"/>
    <p:sldId id="353" r:id="rId33"/>
    <p:sldId id="354" r:id="rId34"/>
    <p:sldId id="355" r:id="rId35"/>
    <p:sldId id="356" r:id="rId36"/>
    <p:sldId id="357" r:id="rId37"/>
    <p:sldId id="358" r:id="rId38"/>
    <p:sldId id="359" r:id="rId39"/>
    <p:sldId id="360" r:id="rId40"/>
    <p:sldId id="361" r:id="rId41"/>
    <p:sldId id="362" r:id="rId42"/>
    <p:sldId id="363" r:id="rId43"/>
    <p:sldId id="364" r:id="rId44"/>
    <p:sldId id="365" r:id="rId45"/>
    <p:sldId id="366" r:id="rId46"/>
    <p:sldId id="367" r:id="rId47"/>
    <p:sldId id="368" r:id="rId48"/>
    <p:sldId id="369" r:id="rId49"/>
    <p:sldId id="370" r:id="rId50"/>
    <p:sldId id="371" r:id="rId51"/>
    <p:sldId id="372" r:id="rId52"/>
    <p:sldId id="373" r:id="rId53"/>
    <p:sldId id="374" r:id="rId54"/>
    <p:sldId id="375" r:id="rId5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15" autoAdjust="0"/>
    <p:restoredTop sz="86452" autoAdjust="0"/>
  </p:normalViewPr>
  <p:slideViewPr>
    <p:cSldViewPr>
      <p:cViewPr varScale="1">
        <p:scale>
          <a:sx n="91" d="100"/>
          <a:sy n="91" d="100"/>
        </p:scale>
        <p:origin x="170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image" Target="../media/image8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image" Target="../media/image20.e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image" Target="../media/image24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image" Target="../media/image26.e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image" Target="../media/image30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image" Target="../media/image32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image" Target="../media/image34.e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image" Target="../media/image36.e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image" Target="../media/image38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image" Target="../media/image44.e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image" Target="../media/image46.e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emf"/><Relationship Id="rId1" Type="http://schemas.openxmlformats.org/officeDocument/2006/relationships/image" Target="../media/image48.e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emf"/><Relationship Id="rId1" Type="http://schemas.openxmlformats.org/officeDocument/2006/relationships/image" Target="../media/image50.e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image" Target="../media/image52.e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image" Target="../media/image50.e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image" Target="../media/image55.e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8.emf"/><Relationship Id="rId1" Type="http://schemas.openxmlformats.org/officeDocument/2006/relationships/image" Target="../media/image57.emf"/></Relationships>
</file>

<file path=ppt/drawings/_rels/vmlDrawing3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image" Target="../media/image59.e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emf"/></Relationships>
</file>

<file path=ppt/drawings/_rels/vmlDrawing3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4.emf"/><Relationship Id="rId1" Type="http://schemas.openxmlformats.org/officeDocument/2006/relationships/image" Target="../media/image63.emf"/></Relationships>
</file>

<file path=ppt/drawings/_rels/vmlDrawing34.vml.rels><?xml version="1.0" encoding="UTF-8" standalone="yes"?>
<Relationships xmlns="http://schemas.openxmlformats.org/package/2006/relationships"><Relationship Id="rId2" Type="http://schemas.openxmlformats.org/officeDocument/2006/relationships/image" Target="../media/image66.emf"/><Relationship Id="rId1" Type="http://schemas.openxmlformats.org/officeDocument/2006/relationships/image" Target="../media/image65.e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68.emf"/><Relationship Id="rId1" Type="http://schemas.openxmlformats.org/officeDocument/2006/relationships/image" Target="../media/image67.emf"/></Relationships>
</file>

<file path=ppt/drawings/_rels/vmlDrawing36.v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image" Target="../media/image69.emf"/></Relationships>
</file>

<file path=ppt/drawings/_rels/vmlDrawing37.v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image" Target="../media/image71.e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4.emf"/><Relationship Id="rId1" Type="http://schemas.openxmlformats.org/officeDocument/2006/relationships/image" Target="../media/image73.emf"/></Relationships>
</file>

<file path=ppt/drawings/_rels/vmlDrawing3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e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image" Target="../media/image77.emf"/></Relationships>
</file>

<file path=ppt/drawings/_rels/vmlDrawing4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0.emf"/><Relationship Id="rId1" Type="http://schemas.openxmlformats.org/officeDocument/2006/relationships/image" Target="../media/image79.e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82.emf"/><Relationship Id="rId1" Type="http://schemas.openxmlformats.org/officeDocument/2006/relationships/image" Target="../media/image81.emf"/></Relationships>
</file>

<file path=ppt/drawings/_rels/vmlDrawing4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4.emf"/><Relationship Id="rId1" Type="http://schemas.openxmlformats.org/officeDocument/2006/relationships/image" Target="../media/image83.emf"/></Relationships>
</file>

<file path=ppt/drawings/_rels/vmlDrawing4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6.emf"/><Relationship Id="rId1" Type="http://schemas.openxmlformats.org/officeDocument/2006/relationships/image" Target="../media/image85.emf"/></Relationships>
</file>

<file path=ppt/drawings/_rels/vmlDrawing45.vml.rels><?xml version="1.0" encoding="UTF-8" standalone="yes"?>
<Relationships xmlns="http://schemas.openxmlformats.org/package/2006/relationships"><Relationship Id="rId2" Type="http://schemas.openxmlformats.org/officeDocument/2006/relationships/image" Target="../media/image88.emf"/><Relationship Id="rId1" Type="http://schemas.openxmlformats.org/officeDocument/2006/relationships/image" Target="../media/image87.emf"/></Relationships>
</file>

<file path=ppt/drawings/_rels/vmlDrawing46.vml.rels><?xml version="1.0" encoding="UTF-8" standalone="yes"?>
<Relationships xmlns="http://schemas.openxmlformats.org/package/2006/relationships"><Relationship Id="rId2" Type="http://schemas.openxmlformats.org/officeDocument/2006/relationships/image" Target="../media/image90.emf"/><Relationship Id="rId1" Type="http://schemas.openxmlformats.org/officeDocument/2006/relationships/image" Target="../media/image89.emf"/></Relationships>
</file>

<file path=ppt/drawings/_rels/vmlDrawing47.vml.rels><?xml version="1.0" encoding="UTF-8" standalone="yes"?>
<Relationships xmlns="http://schemas.openxmlformats.org/package/2006/relationships"><Relationship Id="rId2" Type="http://schemas.openxmlformats.org/officeDocument/2006/relationships/image" Target="../media/image92.emf"/><Relationship Id="rId1" Type="http://schemas.openxmlformats.org/officeDocument/2006/relationships/image" Target="../media/image91.emf"/></Relationships>
</file>

<file path=ppt/drawings/_rels/vmlDrawing48.vml.rels><?xml version="1.0" encoding="UTF-8" standalone="yes"?>
<Relationships xmlns="http://schemas.openxmlformats.org/package/2006/relationships"><Relationship Id="rId2" Type="http://schemas.openxmlformats.org/officeDocument/2006/relationships/image" Target="../media/image94.emf"/><Relationship Id="rId1" Type="http://schemas.openxmlformats.org/officeDocument/2006/relationships/image" Target="../media/image93.emf"/></Relationships>
</file>

<file path=ppt/drawings/_rels/vmlDrawing49.vml.rels><?xml version="1.0" encoding="UTF-8" standalone="yes"?>
<Relationships xmlns="http://schemas.openxmlformats.org/package/2006/relationships"><Relationship Id="rId2" Type="http://schemas.openxmlformats.org/officeDocument/2006/relationships/image" Target="../media/image96.emf"/><Relationship Id="rId1" Type="http://schemas.openxmlformats.org/officeDocument/2006/relationships/image" Target="../media/image95.emf"/></Relationships>
</file>

<file path=ppt/drawings/_rels/vmlDrawing50.vml.rels><?xml version="1.0" encoding="UTF-8" standalone="yes"?>
<Relationships xmlns="http://schemas.openxmlformats.org/package/2006/relationships"><Relationship Id="rId2" Type="http://schemas.openxmlformats.org/officeDocument/2006/relationships/image" Target="../media/image97.emf"/><Relationship Id="rId1" Type="http://schemas.openxmlformats.org/officeDocument/2006/relationships/image" Target="../media/image89.emf"/></Relationships>
</file>

<file path=ppt/drawings/_rels/vmlDrawing51.vml.rels><?xml version="1.0" encoding="UTF-8" standalone="yes"?>
<Relationships xmlns="http://schemas.openxmlformats.org/package/2006/relationships"><Relationship Id="rId2" Type="http://schemas.openxmlformats.org/officeDocument/2006/relationships/image" Target="../media/image99.emf"/><Relationship Id="rId1" Type="http://schemas.openxmlformats.org/officeDocument/2006/relationships/image" Target="../media/image98.emf"/></Relationships>
</file>

<file path=ppt/drawings/_rels/vmlDrawing5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emf"/><Relationship Id="rId1" Type="http://schemas.openxmlformats.org/officeDocument/2006/relationships/image" Target="../media/image100.emf"/></Relationships>
</file>

<file path=ppt/drawings/_rels/vmlDrawing5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emf"/><Relationship Id="rId1" Type="http://schemas.openxmlformats.org/officeDocument/2006/relationships/image" Target="../media/image10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3/22/2022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Dung </a:t>
            </a:r>
            <a:r>
              <a:rPr lang="en-US" dirty="0" err="1"/>
              <a:t>netbean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add library. Add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thư</a:t>
            </a:r>
            <a:r>
              <a:rPr lang="en-US" dirty="0"/>
              <a:t> </a:t>
            </a:r>
            <a:r>
              <a:rPr lang="en-US" dirty="0" err="1"/>
              <a:t>viện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netbean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down </a:t>
            </a:r>
            <a:r>
              <a:rPr lang="en-US" dirty="0" err="1"/>
              <a:t>ngoài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C5A2EE-74B4-4329-B2EC-6DFE0575EDC9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592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thao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DB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statement. Sau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ExQuery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. </a:t>
            </a:r>
            <a:r>
              <a:rPr lang="en-US" dirty="0" err="1"/>
              <a:t>Lưu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tượng</a:t>
            </a:r>
            <a:r>
              <a:rPr lang="en-US" dirty="0"/>
              <a:t> </a:t>
            </a:r>
            <a:r>
              <a:rPr lang="en-US" dirty="0" err="1"/>
              <a:t>ResultSet</a:t>
            </a:r>
            <a:r>
              <a:rPr lang="en-US" dirty="0"/>
              <a:t> (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dạng</a:t>
            </a:r>
            <a:r>
              <a:rPr lang="en-US" dirty="0"/>
              <a:t> table).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C5A2EE-74B4-4329-B2EC-6DFE0575EDC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287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nâng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truy</a:t>
            </a:r>
            <a:r>
              <a:rPr lang="en-US" dirty="0"/>
              <a:t> </a:t>
            </a:r>
            <a:r>
              <a:rPr lang="en-US" dirty="0" err="1"/>
              <a:t>cập</a:t>
            </a:r>
            <a:r>
              <a:rPr lang="en-US" dirty="0"/>
              <a:t> CSDL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C5A2EE-74B4-4329-B2EC-6DFE0575EDC9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137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? </a:t>
            </a:r>
            <a:r>
              <a:rPr lang="en-US" dirty="0" err="1"/>
              <a:t>Cứ</a:t>
            </a:r>
            <a:r>
              <a:rPr lang="en-US" dirty="0"/>
              <a:t>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connection </a:t>
            </a:r>
            <a:r>
              <a:rPr lang="en-US" dirty="0" err="1"/>
              <a:t>rồi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?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ng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request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ko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.</a:t>
            </a:r>
          </a:p>
          <a:p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: pool. Connection ko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quay </a:t>
            </a:r>
            <a:r>
              <a:rPr lang="en-US" dirty="0" err="1"/>
              <a:t>lại</a:t>
            </a:r>
            <a:r>
              <a:rPr lang="en-US" dirty="0"/>
              <a:t> pool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phục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người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theo.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C5A2EE-74B4-4329-B2EC-6DFE0575EDC9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049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freeCon</a:t>
            </a:r>
            <a:r>
              <a:rPr lang="en-US" dirty="0"/>
              <a:t>: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/>
              <a:t> pool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C5A2EE-74B4-4329-B2EC-6DFE0575EDC9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2224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2C5A2EE-74B4-4329-B2EC-6DFE0575EDC9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205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0"/>
            <a:ext cx="77724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33CC"/>
                </a:solidFill>
              </a:defRPr>
            </a:lvl1pPr>
          </a:lstStyle>
          <a:p>
            <a:r>
              <a:rPr lang="en-US" dirty="0"/>
              <a:t>Chapter number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/>
              <a:t>Slide </a:t>
            </a:r>
            <a:fld id="{BF5C1183-B085-4070-A402-C03A3F977D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87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85800"/>
            <a:ext cx="73152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600" b="1" i="0" baseline="0">
                <a:solidFill>
                  <a:srgbClr val="0033CC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700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2"/>
          </p:nvPr>
        </p:nvSpPr>
        <p:spPr bwMode="auto">
          <a:xfrm>
            <a:off x="762000" y="6248400"/>
            <a:ext cx="19812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900"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 bwMode="auto">
          <a:xfrm>
            <a:off x="2895600" y="6248400"/>
            <a:ext cx="33528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900"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900">
                <a:latin typeface="Arial Narrow" pitchFamily="34" charset="0"/>
              </a:defRPr>
            </a:lvl1pPr>
          </a:lstStyle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/>
              <a:t>Slide </a:t>
            </a:r>
            <a:fld id="{BF5C1183-B085-4070-A402-C03A3F977D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emf"/><Relationship Id="rId5" Type="http://schemas.openxmlformats.org/officeDocument/2006/relationships/package" Target="../embeddings/Microsoft_Word_Document2.docx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.emf"/><Relationship Id="rId5" Type="http://schemas.openxmlformats.org/officeDocument/2006/relationships/package" Target="../embeddings/Microsoft_Word_Document4.docx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7.emf"/><Relationship Id="rId5" Type="http://schemas.openxmlformats.org/officeDocument/2006/relationships/package" Target="../embeddings/Microsoft_Word_Document6.docx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7" Type="http://schemas.openxmlformats.org/officeDocument/2006/relationships/image" Target="../media/image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package" Target="../embeddings/Microsoft_Word_Document8.docx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Document7.doc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1.emf"/><Relationship Id="rId5" Type="http://schemas.openxmlformats.org/officeDocument/2006/relationships/package" Target="../embeddings/Microsoft_Word_Document10.docx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3.emf"/><Relationship Id="rId5" Type="http://schemas.openxmlformats.org/officeDocument/2006/relationships/package" Target="../embeddings/Microsoft_Word_Document12.docx"/><Relationship Id="rId4" Type="http://schemas.openxmlformats.org/officeDocument/2006/relationships/image" Target="../media/image1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15.emf"/><Relationship Id="rId5" Type="http://schemas.openxmlformats.org/officeDocument/2006/relationships/package" Target="../embeddings/Microsoft_Word_Document14.docx"/><Relationship Id="rId4" Type="http://schemas.openxmlformats.org/officeDocument/2006/relationships/image" Target="../media/image1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package" Target="../embeddings/Microsoft_Word_Document16.docx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Document15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9.emf"/><Relationship Id="rId5" Type="http://schemas.openxmlformats.org/officeDocument/2006/relationships/package" Target="../embeddings/Microsoft_Word_Document18.docx"/><Relationship Id="rId4" Type="http://schemas.openxmlformats.org/officeDocument/2006/relationships/image" Target="../media/image1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1.emf"/><Relationship Id="rId5" Type="http://schemas.openxmlformats.org/officeDocument/2006/relationships/package" Target="../embeddings/Microsoft_Word_Document20.docx"/><Relationship Id="rId4" Type="http://schemas.openxmlformats.org/officeDocument/2006/relationships/image" Target="../media/image20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23.emf"/><Relationship Id="rId5" Type="http://schemas.openxmlformats.org/officeDocument/2006/relationships/package" Target="../embeddings/Microsoft_Word_Document22.docx"/><Relationship Id="rId4" Type="http://schemas.openxmlformats.org/officeDocument/2006/relationships/image" Target="../media/image2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5.emf"/><Relationship Id="rId5" Type="http://schemas.openxmlformats.org/officeDocument/2006/relationships/package" Target="../embeddings/Microsoft_Word_Document24.docx"/><Relationship Id="rId4" Type="http://schemas.openxmlformats.org/officeDocument/2006/relationships/image" Target="../media/image24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7.emf"/><Relationship Id="rId5" Type="http://schemas.openxmlformats.org/officeDocument/2006/relationships/package" Target="../embeddings/Microsoft_Word_Document26.docx"/><Relationship Id="rId4" Type="http://schemas.openxmlformats.org/officeDocument/2006/relationships/image" Target="../media/image2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9.emf"/><Relationship Id="rId5" Type="http://schemas.openxmlformats.org/officeDocument/2006/relationships/package" Target="../embeddings/Microsoft_Word_Document28.docx"/><Relationship Id="rId4" Type="http://schemas.openxmlformats.org/officeDocument/2006/relationships/image" Target="../media/image28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2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1.emf"/><Relationship Id="rId5" Type="http://schemas.openxmlformats.org/officeDocument/2006/relationships/package" Target="../embeddings/Microsoft_Word_Document30.docx"/><Relationship Id="rId4" Type="http://schemas.openxmlformats.org/officeDocument/2006/relationships/image" Target="../media/image30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33.emf"/><Relationship Id="rId5" Type="http://schemas.openxmlformats.org/officeDocument/2006/relationships/package" Target="../embeddings/Microsoft_Word_Document32.docx"/><Relationship Id="rId4" Type="http://schemas.openxmlformats.org/officeDocument/2006/relationships/image" Target="../media/image3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35.emf"/><Relationship Id="rId5" Type="http://schemas.openxmlformats.org/officeDocument/2006/relationships/package" Target="../embeddings/Microsoft_Word_Document34.docx"/><Relationship Id="rId4" Type="http://schemas.openxmlformats.org/officeDocument/2006/relationships/image" Target="../media/image34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37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package" Target="../embeddings/Microsoft_Word_Document36.docx"/><Relationship Id="rId5" Type="http://schemas.openxmlformats.org/officeDocument/2006/relationships/image" Target="../media/image36.emf"/><Relationship Id="rId4" Type="http://schemas.openxmlformats.org/officeDocument/2006/relationships/package" Target="../embeddings/Microsoft_Word_Document35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39.emf"/><Relationship Id="rId5" Type="http://schemas.openxmlformats.org/officeDocument/2006/relationships/package" Target="../embeddings/Microsoft_Word_Document38.docx"/><Relationship Id="rId4" Type="http://schemas.openxmlformats.org/officeDocument/2006/relationships/image" Target="../media/image38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3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41.png"/><Relationship Id="rId4" Type="http://schemas.openxmlformats.org/officeDocument/2006/relationships/image" Target="../media/image40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43.png"/><Relationship Id="rId4" Type="http://schemas.openxmlformats.org/officeDocument/2006/relationships/image" Target="../media/image42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45.emf"/><Relationship Id="rId5" Type="http://schemas.openxmlformats.org/officeDocument/2006/relationships/package" Target="../embeddings/Microsoft_Word_Document42.docx"/><Relationship Id="rId4" Type="http://schemas.openxmlformats.org/officeDocument/2006/relationships/image" Target="../media/image44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47.emf"/><Relationship Id="rId5" Type="http://schemas.openxmlformats.org/officeDocument/2006/relationships/package" Target="../embeddings/Microsoft_Word_Document44.docx"/><Relationship Id="rId4" Type="http://schemas.openxmlformats.org/officeDocument/2006/relationships/image" Target="../media/image46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49.emf"/><Relationship Id="rId5" Type="http://schemas.openxmlformats.org/officeDocument/2006/relationships/package" Target="../embeddings/Microsoft_Word_Document46.docx"/><Relationship Id="rId4" Type="http://schemas.openxmlformats.org/officeDocument/2006/relationships/image" Target="../media/image48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51.emf"/><Relationship Id="rId5" Type="http://schemas.openxmlformats.org/officeDocument/2006/relationships/package" Target="../embeddings/Microsoft_Word_Document48.docx"/><Relationship Id="rId4" Type="http://schemas.openxmlformats.org/officeDocument/2006/relationships/image" Target="../media/image50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4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53.emf"/><Relationship Id="rId5" Type="http://schemas.openxmlformats.org/officeDocument/2006/relationships/package" Target="../embeddings/Microsoft_Word_Document50.docx"/><Relationship Id="rId4" Type="http://schemas.openxmlformats.org/officeDocument/2006/relationships/image" Target="../media/image52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5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54.emf"/><Relationship Id="rId5" Type="http://schemas.openxmlformats.org/officeDocument/2006/relationships/package" Target="../embeddings/Microsoft_Word_Document52.docx"/><Relationship Id="rId4" Type="http://schemas.openxmlformats.org/officeDocument/2006/relationships/image" Target="../media/image50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5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56.emf"/><Relationship Id="rId5" Type="http://schemas.openxmlformats.org/officeDocument/2006/relationships/package" Target="../embeddings/Microsoft_Word_Document54.docx"/><Relationship Id="rId4" Type="http://schemas.openxmlformats.org/officeDocument/2006/relationships/image" Target="../media/image55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5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58.emf"/><Relationship Id="rId5" Type="http://schemas.openxmlformats.org/officeDocument/2006/relationships/package" Target="../embeddings/Microsoft_Word_Document56.docx"/><Relationship Id="rId4" Type="http://schemas.openxmlformats.org/officeDocument/2006/relationships/image" Target="../media/image57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5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image" Target="../media/image60.emf"/><Relationship Id="rId5" Type="http://schemas.openxmlformats.org/officeDocument/2006/relationships/package" Target="../embeddings/Microsoft_Word_Document58.docx"/><Relationship Id="rId4" Type="http://schemas.openxmlformats.org/officeDocument/2006/relationships/image" Target="../media/image59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62.png"/><Relationship Id="rId5" Type="http://schemas.openxmlformats.org/officeDocument/2006/relationships/image" Target="../media/image61.emf"/><Relationship Id="rId4" Type="http://schemas.openxmlformats.org/officeDocument/2006/relationships/package" Target="../embeddings/Microsoft_Word_Document59.docx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6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64.emf"/><Relationship Id="rId5" Type="http://schemas.openxmlformats.org/officeDocument/2006/relationships/package" Target="../embeddings/Microsoft_Word_Document61.docx"/><Relationship Id="rId4" Type="http://schemas.openxmlformats.org/officeDocument/2006/relationships/image" Target="../media/image63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6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66.emf"/><Relationship Id="rId5" Type="http://schemas.openxmlformats.org/officeDocument/2006/relationships/package" Target="../embeddings/Microsoft_Word_Document63.docx"/><Relationship Id="rId4" Type="http://schemas.openxmlformats.org/officeDocument/2006/relationships/image" Target="../media/image65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64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68.emf"/><Relationship Id="rId5" Type="http://schemas.openxmlformats.org/officeDocument/2006/relationships/package" Target="../embeddings/Microsoft_Word_Document65.docx"/><Relationship Id="rId4" Type="http://schemas.openxmlformats.org/officeDocument/2006/relationships/image" Target="../media/image67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7" Type="http://schemas.openxmlformats.org/officeDocument/2006/relationships/image" Target="../media/image7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package" Target="../embeddings/Microsoft_Word_Document67.docx"/><Relationship Id="rId5" Type="http://schemas.openxmlformats.org/officeDocument/2006/relationships/image" Target="../media/image69.emf"/><Relationship Id="rId4" Type="http://schemas.openxmlformats.org/officeDocument/2006/relationships/package" Target="../embeddings/Microsoft_Word_Document66.docx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72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7.vml"/><Relationship Id="rId6" Type="http://schemas.openxmlformats.org/officeDocument/2006/relationships/package" Target="../embeddings/Microsoft_Word_Document69.docx"/><Relationship Id="rId5" Type="http://schemas.openxmlformats.org/officeDocument/2006/relationships/image" Target="../media/image71.emf"/><Relationship Id="rId4" Type="http://schemas.openxmlformats.org/officeDocument/2006/relationships/package" Target="../embeddings/Microsoft_Word_Document68.docx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70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74.emf"/><Relationship Id="rId5" Type="http://schemas.openxmlformats.org/officeDocument/2006/relationships/package" Target="../embeddings/Microsoft_Word_Document71.docx"/><Relationship Id="rId4" Type="http://schemas.openxmlformats.org/officeDocument/2006/relationships/image" Target="../media/image73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7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Relationship Id="rId5" Type="http://schemas.openxmlformats.org/officeDocument/2006/relationships/image" Target="../media/image76.png"/><Relationship Id="rId4" Type="http://schemas.openxmlformats.org/officeDocument/2006/relationships/image" Target="../media/image75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7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78.emf"/><Relationship Id="rId5" Type="http://schemas.openxmlformats.org/officeDocument/2006/relationships/package" Target="../embeddings/Microsoft_Word_Document74.docx"/><Relationship Id="rId4" Type="http://schemas.openxmlformats.org/officeDocument/2006/relationships/image" Target="../media/image77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7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1.vml"/><Relationship Id="rId6" Type="http://schemas.openxmlformats.org/officeDocument/2006/relationships/image" Target="../media/image80.emf"/><Relationship Id="rId5" Type="http://schemas.openxmlformats.org/officeDocument/2006/relationships/package" Target="../embeddings/Microsoft_Word_Document76.docx"/><Relationship Id="rId4" Type="http://schemas.openxmlformats.org/officeDocument/2006/relationships/image" Target="../media/image79.e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7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82.emf"/><Relationship Id="rId5" Type="http://schemas.openxmlformats.org/officeDocument/2006/relationships/package" Target="../embeddings/Microsoft_Word_Document78.docx"/><Relationship Id="rId4" Type="http://schemas.openxmlformats.org/officeDocument/2006/relationships/image" Target="../media/image81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7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84.emf"/><Relationship Id="rId5" Type="http://schemas.openxmlformats.org/officeDocument/2006/relationships/package" Target="../embeddings/Microsoft_Word_Document80.docx"/><Relationship Id="rId4" Type="http://schemas.openxmlformats.org/officeDocument/2006/relationships/image" Target="../media/image83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8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86.emf"/><Relationship Id="rId5" Type="http://schemas.openxmlformats.org/officeDocument/2006/relationships/package" Target="../embeddings/Microsoft_Word_Document82.docx"/><Relationship Id="rId4" Type="http://schemas.openxmlformats.org/officeDocument/2006/relationships/image" Target="../media/image85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8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88.emf"/><Relationship Id="rId5" Type="http://schemas.openxmlformats.org/officeDocument/2006/relationships/package" Target="../embeddings/Microsoft_Word_Document84.docx"/><Relationship Id="rId4" Type="http://schemas.openxmlformats.org/officeDocument/2006/relationships/image" Target="../media/image87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8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90.emf"/><Relationship Id="rId5" Type="http://schemas.openxmlformats.org/officeDocument/2006/relationships/package" Target="../embeddings/Microsoft_Word_Document86.docx"/><Relationship Id="rId4" Type="http://schemas.openxmlformats.org/officeDocument/2006/relationships/image" Target="../media/image89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8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92.emf"/><Relationship Id="rId5" Type="http://schemas.openxmlformats.org/officeDocument/2006/relationships/package" Target="../embeddings/Microsoft_Word_Document88.docx"/><Relationship Id="rId4" Type="http://schemas.openxmlformats.org/officeDocument/2006/relationships/image" Target="../media/image91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8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94.emf"/><Relationship Id="rId5" Type="http://schemas.openxmlformats.org/officeDocument/2006/relationships/package" Target="../embeddings/Microsoft_Word_Document90.docx"/><Relationship Id="rId4" Type="http://schemas.openxmlformats.org/officeDocument/2006/relationships/image" Target="../media/image93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9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96.emf"/><Relationship Id="rId5" Type="http://schemas.openxmlformats.org/officeDocument/2006/relationships/package" Target="../embeddings/Microsoft_Word_Document92.docx"/><Relationship Id="rId4" Type="http://schemas.openxmlformats.org/officeDocument/2006/relationships/image" Target="../media/image95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9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97.emf"/><Relationship Id="rId5" Type="http://schemas.openxmlformats.org/officeDocument/2006/relationships/package" Target="../embeddings/Microsoft_Word_Document94.docx"/><Relationship Id="rId4" Type="http://schemas.openxmlformats.org/officeDocument/2006/relationships/image" Target="../media/image89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9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1.vml"/><Relationship Id="rId6" Type="http://schemas.openxmlformats.org/officeDocument/2006/relationships/image" Target="../media/image99.emf"/><Relationship Id="rId5" Type="http://schemas.openxmlformats.org/officeDocument/2006/relationships/package" Target="../embeddings/Microsoft_Word_Document96.docx"/><Relationship Id="rId4" Type="http://schemas.openxmlformats.org/officeDocument/2006/relationships/image" Target="../media/image98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9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101.emf"/><Relationship Id="rId5" Type="http://schemas.openxmlformats.org/officeDocument/2006/relationships/package" Target="../embeddings/Microsoft_Word_Document98.docx"/><Relationship Id="rId4" Type="http://schemas.openxmlformats.org/officeDocument/2006/relationships/image" Target="../media/image100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9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103.emf"/><Relationship Id="rId5" Type="http://schemas.openxmlformats.org/officeDocument/2006/relationships/package" Target="../embeddings/Microsoft_Word_Document100.docx"/><Relationship Id="rId4" Type="http://schemas.openxmlformats.org/officeDocument/2006/relationships/image" Target="../media/image102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/>
              <a:t>Slide </a:t>
            </a:r>
            <a:fld id="{BF5C1183-B085-4070-A402-C03A3F977D3D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4848886"/>
              </p:ext>
            </p:extLst>
          </p:nvPr>
        </p:nvGraphicFramePr>
        <p:xfrm>
          <a:off x="914400" y="1600200"/>
          <a:ext cx="7390023" cy="2309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9" name="Document" r:id="rId3" imgW="7390023" imgH="2309103" progId="Word.Document.12">
                  <p:embed/>
                </p:oleObj>
              </mc:Choice>
              <mc:Fallback>
                <p:oleObj name="Document" r:id="rId3" imgW="7390023" imgH="230910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1600200"/>
                        <a:ext cx="7390023" cy="23091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4958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6043827"/>
              </p:ext>
            </p:extLst>
          </p:nvPr>
        </p:nvGraphicFramePr>
        <p:xfrm>
          <a:off x="914400" y="685800"/>
          <a:ext cx="7301323" cy="733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6" name="Document" r:id="rId3" imgW="7301323" imgH="733094" progId="Word.Document.12">
                  <p:embed/>
                </p:oleObj>
              </mc:Choice>
              <mc:Fallback>
                <p:oleObj name="Document" r:id="rId3" imgW="7301323" imgH="73309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7330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498722"/>
              </p:ext>
            </p:extLst>
          </p:nvPr>
        </p:nvGraphicFramePr>
        <p:xfrm>
          <a:off x="914400" y="1095237"/>
          <a:ext cx="7301323" cy="2638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7" name="Document" r:id="rId5" imgW="7301323" imgH="2638923" progId="Word.Document.12">
                  <p:embed/>
                </p:oleObj>
              </mc:Choice>
              <mc:Fallback>
                <p:oleObj name="Document" r:id="rId5" imgW="7301323" imgH="26389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95237"/>
                        <a:ext cx="7301323" cy="2638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4244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7377435"/>
              </p:ext>
            </p:extLst>
          </p:nvPr>
        </p:nvGraphicFramePr>
        <p:xfrm>
          <a:off x="914400" y="685800"/>
          <a:ext cx="7292975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Document" r:id="rId3" imgW="7301323" imgH="448282" progId="Word.Document.12">
                  <p:embed/>
                </p:oleObj>
              </mc:Choice>
              <mc:Fallback>
                <p:oleObj name="Document" r:id="rId3" imgW="7301323" imgH="4482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446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2412478"/>
              </p:ext>
            </p:extLst>
          </p:nvPr>
        </p:nvGraphicFramePr>
        <p:xfrm>
          <a:off x="914400" y="1079226"/>
          <a:ext cx="7301323" cy="35689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Document" r:id="rId5" imgW="7301323" imgH="3568974" progId="Word.Document.12">
                  <p:embed/>
                </p:oleObj>
              </mc:Choice>
              <mc:Fallback>
                <p:oleObj name="Document" r:id="rId5" imgW="7301323" imgH="35689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79226"/>
                        <a:ext cx="7301323" cy="35689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64774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8380171"/>
              </p:ext>
            </p:extLst>
          </p:nvPr>
        </p:nvGraphicFramePr>
        <p:xfrm>
          <a:off x="914400" y="685800"/>
          <a:ext cx="7301323" cy="4814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4" name="Document" r:id="rId3" imgW="7301323" imgH="481408" progId="Word.Document.12">
                  <p:embed/>
                </p:oleObj>
              </mc:Choice>
              <mc:Fallback>
                <p:oleObj name="Document" r:id="rId3" imgW="7301323" imgH="4814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8140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0704786"/>
              </p:ext>
            </p:extLst>
          </p:nvPr>
        </p:nvGraphicFramePr>
        <p:xfrm>
          <a:off x="914400" y="1143000"/>
          <a:ext cx="7301323" cy="303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5" name="Document" r:id="rId5" imgW="7301323" imgH="3032835" progId="Word.Document.12">
                  <p:embed/>
                </p:oleObj>
              </mc:Choice>
              <mc:Fallback>
                <p:oleObj name="Document" r:id="rId5" imgW="7301323" imgH="30328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3032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4358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849233"/>
              </p:ext>
            </p:extLst>
          </p:nvPr>
        </p:nvGraphicFramePr>
        <p:xfrm>
          <a:off x="914400" y="685800"/>
          <a:ext cx="7292975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8" name="Document" r:id="rId4" imgW="7301323" imgH="808348" progId="Word.Document.12">
                  <p:embed/>
                </p:oleObj>
              </mc:Choice>
              <mc:Fallback>
                <p:oleObj name="Document" r:id="rId4" imgW="7301323" imgH="8083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8048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5555203"/>
              </p:ext>
            </p:extLst>
          </p:nvPr>
        </p:nvGraphicFramePr>
        <p:xfrm>
          <a:off x="914400" y="1447800"/>
          <a:ext cx="7301323" cy="2912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9" name="Document" r:id="rId6" imgW="7301323" imgH="2913654" progId="Word.Document.12">
                  <p:embed/>
                </p:oleObj>
              </mc:Choice>
              <mc:Fallback>
                <p:oleObj name="Document" r:id="rId6" imgW="7301323" imgH="29136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4400" y="1447800"/>
                        <a:ext cx="7301323" cy="29125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6900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6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4432570"/>
              </p:ext>
            </p:extLst>
          </p:nvPr>
        </p:nvGraphicFramePr>
        <p:xfrm>
          <a:off x="914400" y="685800"/>
          <a:ext cx="7301323" cy="841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1" name="Document" r:id="rId3" imgW="7301323" imgH="841474" progId="Word.Document.12">
                  <p:embed/>
                </p:oleObj>
              </mc:Choice>
              <mc:Fallback>
                <p:oleObj name="Document" r:id="rId3" imgW="7301323" imgH="8414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8414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5562843"/>
              </p:ext>
            </p:extLst>
          </p:nvPr>
        </p:nvGraphicFramePr>
        <p:xfrm>
          <a:off x="914400" y="1096963"/>
          <a:ext cx="7280275" cy="482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name="Document" r:id="rId5" imgW="7313400" imgH="4848443" progId="Word.Document.12">
                  <p:embed/>
                </p:oleObj>
              </mc:Choice>
              <mc:Fallback>
                <p:oleObj name="Document" r:id="rId5" imgW="7313400" imgH="48484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96963"/>
                        <a:ext cx="7280275" cy="4824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13374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7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4211502"/>
              </p:ext>
            </p:extLst>
          </p:nvPr>
        </p:nvGraphicFramePr>
        <p:xfrm>
          <a:off x="914400" y="685800"/>
          <a:ext cx="7301323" cy="841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4" name="Document" r:id="rId3" imgW="7301323" imgH="841474" progId="Word.Document.12">
                  <p:embed/>
                </p:oleObj>
              </mc:Choice>
              <mc:Fallback>
                <p:oleObj name="Document" r:id="rId3" imgW="7301323" imgH="8414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8414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4998161"/>
              </p:ext>
            </p:extLst>
          </p:nvPr>
        </p:nvGraphicFramePr>
        <p:xfrm>
          <a:off x="914400" y="1149350"/>
          <a:ext cx="7292975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5" name="Document" r:id="rId5" imgW="7301323" imgH="1295517" progId="Word.Document.12">
                  <p:embed/>
                </p:oleObj>
              </mc:Choice>
              <mc:Fallback>
                <p:oleObj name="Document" r:id="rId5" imgW="7301323" imgH="129551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9350"/>
                        <a:ext cx="7292975" cy="1289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8609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8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1995496"/>
              </p:ext>
            </p:extLst>
          </p:nvPr>
        </p:nvGraphicFramePr>
        <p:xfrm>
          <a:off x="914400" y="685800"/>
          <a:ext cx="7292975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8" name="Document" r:id="rId3" imgW="7301323" imgH="764060" progId="Word.Document.12">
                  <p:embed/>
                </p:oleObj>
              </mc:Choice>
              <mc:Fallback>
                <p:oleObj name="Document" r:id="rId3" imgW="7301323" imgH="7640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7604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5658386"/>
              </p:ext>
            </p:extLst>
          </p:nvPr>
        </p:nvGraphicFramePr>
        <p:xfrm>
          <a:off x="914400" y="1143000"/>
          <a:ext cx="7301323" cy="4562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9" name="Document" r:id="rId5" imgW="7301323" imgH="4563476" progId="Word.Document.12">
                  <p:embed/>
                </p:oleObj>
              </mc:Choice>
              <mc:Fallback>
                <p:oleObj name="Document" r:id="rId5" imgW="7301323" imgH="456347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4562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439474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9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3230624"/>
              </p:ext>
            </p:extLst>
          </p:nvPr>
        </p:nvGraphicFramePr>
        <p:xfrm>
          <a:off x="914400" y="685800"/>
          <a:ext cx="7301323" cy="777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2" name="Document" r:id="rId4" imgW="7301323" imgH="777382" progId="Word.Document.12">
                  <p:embed/>
                </p:oleObj>
              </mc:Choice>
              <mc:Fallback>
                <p:oleObj name="Document" r:id="rId4" imgW="7301323" imgH="7773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777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8704754"/>
              </p:ext>
            </p:extLst>
          </p:nvPr>
        </p:nvGraphicFramePr>
        <p:xfrm>
          <a:off x="914400" y="1447800"/>
          <a:ext cx="7301323" cy="4718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3" name="Document" r:id="rId6" imgW="7313400" imgH="4715323" progId="Word.Document.12">
                  <p:embed/>
                </p:oleObj>
              </mc:Choice>
              <mc:Fallback>
                <p:oleObj name="Document" r:id="rId6" imgW="7313400" imgH="47153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4400" y="1447800"/>
                        <a:ext cx="7301323" cy="47186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32980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10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9347688"/>
              </p:ext>
            </p:extLst>
          </p:nvPr>
        </p:nvGraphicFramePr>
        <p:xfrm>
          <a:off x="914400" y="685800"/>
          <a:ext cx="7292975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4" name="Document" r:id="rId3" imgW="7301323" imgH="863438" progId="Word.Document.12">
                  <p:embed/>
                </p:oleObj>
              </mc:Choice>
              <mc:Fallback>
                <p:oleObj name="Document" r:id="rId3" imgW="7301323" imgH="8634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860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620815"/>
              </p:ext>
            </p:extLst>
          </p:nvPr>
        </p:nvGraphicFramePr>
        <p:xfrm>
          <a:off x="914400" y="1447800"/>
          <a:ext cx="7377498" cy="230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5" name="Document" r:id="rId5" imgW="7377498" imgH="2304062" progId="Word.Document.12">
                  <p:embed/>
                </p:oleObj>
              </mc:Choice>
              <mc:Fallback>
                <p:oleObj name="Document" r:id="rId5" imgW="7377498" imgH="23040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447800"/>
                        <a:ext cx="7377498" cy="2304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63221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11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149190"/>
              </p:ext>
            </p:extLst>
          </p:nvPr>
        </p:nvGraphicFramePr>
        <p:xfrm>
          <a:off x="914400" y="685800"/>
          <a:ext cx="7292975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8" name="Document" r:id="rId3" imgW="7301323" imgH="1018987" progId="Word.Document.12">
                  <p:embed/>
                </p:oleObj>
              </mc:Choice>
              <mc:Fallback>
                <p:oleObj name="Document" r:id="rId3" imgW="7301323" imgH="101898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1014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9747924"/>
              </p:ext>
            </p:extLst>
          </p:nvPr>
        </p:nvGraphicFramePr>
        <p:xfrm>
          <a:off x="914400" y="1447800"/>
          <a:ext cx="7301323" cy="4562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9" name="Document" r:id="rId5" imgW="7301323" imgH="4562035" progId="Word.Document.12">
                  <p:embed/>
                </p:oleObj>
              </mc:Choice>
              <mc:Fallback>
                <p:oleObj name="Document" r:id="rId5" imgW="7301323" imgH="45620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447800"/>
                        <a:ext cx="7301323" cy="4562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534107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12</a:t>
            </a:fld>
            <a:endParaRPr lang="en-US" sz="900">
              <a:latin typeface="Arial Narrow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1000" y="2116428"/>
            <a:ext cx="834876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Stop here</a:t>
            </a:r>
          </a:p>
          <a:p>
            <a:r>
              <a:rPr lang="en-US" sz="4000" dirty="0">
                <a:solidFill>
                  <a:srgbClr val="FF0000"/>
                </a:solidFill>
              </a:rPr>
              <a:t>Continue Lecture here tomorrow – 7/15</a:t>
            </a:r>
          </a:p>
        </p:txBody>
      </p:sp>
    </p:spTree>
    <p:extLst>
      <p:ext uri="{BB962C8B-B14F-4D97-AF65-F5344CB8AC3E}">
        <p14:creationId xmlns:p14="http://schemas.microsoft.com/office/powerpoint/2010/main" val="3316486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588148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2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272273"/>
              </p:ext>
            </p:extLst>
          </p:nvPr>
        </p:nvGraphicFramePr>
        <p:xfrm>
          <a:off x="914400" y="1079067"/>
          <a:ext cx="6654912" cy="1816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3" name="Document" r:id="rId5" imgW="6635868" imgH="1816533" progId="Word.Document.12">
                  <p:embed/>
                </p:oleObj>
              </mc:Choice>
              <mc:Fallback>
                <p:oleObj name="Document" r:id="rId5" imgW="6635868" imgH="18165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79067"/>
                        <a:ext cx="6654912" cy="18165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6972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695793"/>
              </p:ext>
            </p:extLst>
          </p:nvPr>
        </p:nvGraphicFramePr>
        <p:xfrm>
          <a:off x="914400" y="685800"/>
          <a:ext cx="729297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6" name="Document" r:id="rId3" imgW="7301323" imgH="597709" progId="Word.Document.12">
                  <p:embed/>
                </p:oleObj>
              </mc:Choice>
              <mc:Fallback>
                <p:oleObj name="Document" r:id="rId3" imgW="7301323" imgH="5977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595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1915460"/>
              </p:ext>
            </p:extLst>
          </p:nvPr>
        </p:nvGraphicFramePr>
        <p:xfrm>
          <a:off x="914400" y="1087332"/>
          <a:ext cx="7301323" cy="3865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7" name="Document" r:id="rId5" imgW="7301323" imgH="3865668" progId="Word.Document.12">
                  <p:embed/>
                </p:oleObj>
              </mc:Choice>
              <mc:Fallback>
                <p:oleObj name="Document" r:id="rId5" imgW="7301323" imgH="38656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87332"/>
                        <a:ext cx="7301323" cy="38656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5907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15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5012456"/>
              </p:ext>
            </p:extLst>
          </p:nvPr>
        </p:nvGraphicFramePr>
        <p:xfrm>
          <a:off x="914400" y="685800"/>
          <a:ext cx="7301323" cy="6419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0" name="Document" r:id="rId3" imgW="7301323" imgH="641998" progId="Word.Document.12">
                  <p:embed/>
                </p:oleObj>
              </mc:Choice>
              <mc:Fallback>
                <p:oleObj name="Document" r:id="rId3" imgW="7301323" imgH="64199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6419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204438"/>
              </p:ext>
            </p:extLst>
          </p:nvPr>
        </p:nvGraphicFramePr>
        <p:xfrm>
          <a:off x="914400" y="1143000"/>
          <a:ext cx="7301323" cy="2525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1" name="Document" r:id="rId5" imgW="7301323" imgH="2525863" progId="Word.Document.12">
                  <p:embed/>
                </p:oleObj>
              </mc:Choice>
              <mc:Fallback>
                <p:oleObj name="Document" r:id="rId5" imgW="7301323" imgH="252586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301323" cy="2525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2516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16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7994522"/>
              </p:ext>
            </p:extLst>
          </p:nvPr>
        </p:nvGraphicFramePr>
        <p:xfrm>
          <a:off x="914400" y="685800"/>
          <a:ext cx="72929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4" name="Document" r:id="rId3" imgW="7301323" imgH="542259" progId="Word.Document.12">
                  <p:embed/>
                </p:oleObj>
              </mc:Choice>
              <mc:Fallback>
                <p:oleObj name="Document" r:id="rId3" imgW="7301323" imgH="5422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2348475"/>
              </p:ext>
            </p:extLst>
          </p:nvPr>
        </p:nvGraphicFramePr>
        <p:xfrm>
          <a:off x="914400" y="1068388"/>
          <a:ext cx="8159750" cy="429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5" name="Document" r:id="rId5" imgW="8246651" imgH="4347264" progId="Word.Document.12">
                  <p:embed/>
                </p:oleObj>
              </mc:Choice>
              <mc:Fallback>
                <p:oleObj name="Document" r:id="rId5" imgW="8246651" imgH="43472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68388"/>
                        <a:ext cx="8159750" cy="42910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25252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17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248234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6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1042224"/>
              </p:ext>
            </p:extLst>
          </p:nvPr>
        </p:nvGraphicFramePr>
        <p:xfrm>
          <a:off x="914400" y="1068388"/>
          <a:ext cx="7231063" cy="1604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7" name="Document" r:id="rId5" imgW="7313400" imgH="1627661" progId="Word.Document.12">
                  <p:embed/>
                </p:oleObj>
              </mc:Choice>
              <mc:Fallback>
                <p:oleObj name="Document" r:id="rId5" imgW="7313400" imgH="162766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68388"/>
                        <a:ext cx="7231063" cy="1604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363986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18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8997847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0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3213951"/>
              </p:ext>
            </p:extLst>
          </p:nvPr>
        </p:nvGraphicFramePr>
        <p:xfrm>
          <a:off x="914400" y="1066800"/>
          <a:ext cx="7301323" cy="48108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1" name="Document" r:id="rId5" imgW="7301323" imgH="4810841" progId="Word.Document.12">
                  <p:embed/>
                </p:oleObj>
              </mc:Choice>
              <mc:Fallback>
                <p:oleObj name="Document" r:id="rId5" imgW="7301323" imgH="481084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66800"/>
                        <a:ext cx="7301323" cy="48108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3615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19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2243504"/>
              </p:ext>
            </p:extLst>
          </p:nvPr>
        </p:nvGraphicFramePr>
        <p:xfrm>
          <a:off x="914400" y="685800"/>
          <a:ext cx="72929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4" name="Document" r:id="rId3" imgW="7301323" imgH="564583" progId="Word.Document.12">
                  <p:embed/>
                </p:oleObj>
              </mc:Choice>
              <mc:Fallback>
                <p:oleObj name="Document" r:id="rId3" imgW="7301323" imgH="5645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561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6568232"/>
              </p:ext>
            </p:extLst>
          </p:nvPr>
        </p:nvGraphicFramePr>
        <p:xfrm>
          <a:off x="914400" y="1066800"/>
          <a:ext cx="7301323" cy="47075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5" name="Document" r:id="rId5" imgW="7301323" imgH="4707502" progId="Word.Document.12">
                  <p:embed/>
                </p:oleObj>
              </mc:Choice>
              <mc:Fallback>
                <p:oleObj name="Document" r:id="rId5" imgW="7301323" imgH="47075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66800"/>
                        <a:ext cx="7301323" cy="47075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881499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20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6531775"/>
              </p:ext>
            </p:extLst>
          </p:nvPr>
        </p:nvGraphicFramePr>
        <p:xfrm>
          <a:off x="914400" y="685800"/>
          <a:ext cx="729297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8" name="Document" r:id="rId4" imgW="7301323" imgH="597709" progId="Word.Document.12">
                  <p:embed/>
                </p:oleObj>
              </mc:Choice>
              <mc:Fallback>
                <p:oleObj name="Document" r:id="rId4" imgW="7301323" imgH="5977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595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2488492"/>
              </p:ext>
            </p:extLst>
          </p:nvPr>
        </p:nvGraphicFramePr>
        <p:xfrm>
          <a:off x="914400" y="1066800"/>
          <a:ext cx="7301323" cy="4363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9" name="Document" r:id="rId6" imgW="7301323" imgH="4363999" progId="Word.Document.12">
                  <p:embed/>
                </p:oleObj>
              </mc:Choice>
              <mc:Fallback>
                <p:oleObj name="Document" r:id="rId6" imgW="7301323" imgH="43639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4400" y="1066800"/>
                        <a:ext cx="7301323" cy="436399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14018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21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6940014"/>
              </p:ext>
            </p:extLst>
          </p:nvPr>
        </p:nvGraphicFramePr>
        <p:xfrm>
          <a:off x="914400" y="685800"/>
          <a:ext cx="7301323" cy="509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2" name="Document" r:id="rId3" imgW="7301323" imgH="509493" progId="Word.Document.12">
                  <p:embed/>
                </p:oleObj>
              </mc:Choice>
              <mc:Fallback>
                <p:oleObj name="Document" r:id="rId3" imgW="7301323" imgH="50949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5094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8928532"/>
              </p:ext>
            </p:extLst>
          </p:nvPr>
        </p:nvGraphicFramePr>
        <p:xfrm>
          <a:off x="914400" y="1066800"/>
          <a:ext cx="7301323" cy="3883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3" name="Document" r:id="rId5" imgW="7301323" imgH="3883311" progId="Word.Document.12">
                  <p:embed/>
                </p:oleObj>
              </mc:Choice>
              <mc:Fallback>
                <p:oleObj name="Document" r:id="rId5" imgW="7301323" imgH="38833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66800"/>
                        <a:ext cx="7301323" cy="38833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16878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22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5286996"/>
              </p:ext>
            </p:extLst>
          </p:nvPr>
        </p:nvGraphicFramePr>
        <p:xfrm>
          <a:off x="914400" y="685800"/>
          <a:ext cx="7301323" cy="777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6" name="Document" r:id="rId3" imgW="7301323" imgH="777382" progId="Word.Document.12">
                  <p:embed/>
                </p:oleObj>
              </mc:Choice>
              <mc:Fallback>
                <p:oleObj name="Document" r:id="rId3" imgW="7301323" imgH="7773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777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393" y="1495425"/>
            <a:ext cx="6790807" cy="429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423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8405765"/>
              </p:ext>
            </p:extLst>
          </p:nvPr>
        </p:nvGraphicFramePr>
        <p:xfrm>
          <a:off x="914400" y="685800"/>
          <a:ext cx="7301323" cy="777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0" name="Document" r:id="rId3" imgW="7301323" imgH="777382" progId="Word.Document.12">
                  <p:embed/>
                </p:oleObj>
              </mc:Choice>
              <mc:Fallback>
                <p:oleObj name="Document" r:id="rId3" imgW="7301323" imgH="7773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777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523365"/>
            <a:ext cx="6096000" cy="462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3976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0796086"/>
              </p:ext>
            </p:extLst>
          </p:nvPr>
        </p:nvGraphicFramePr>
        <p:xfrm>
          <a:off x="914400" y="685800"/>
          <a:ext cx="729297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4" name="Document" r:id="rId3" imgW="7301323" imgH="653520" progId="Word.Document.12">
                  <p:embed/>
                </p:oleObj>
              </mc:Choice>
              <mc:Fallback>
                <p:oleObj name="Document" r:id="rId3" imgW="7301323" imgH="65352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50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2813601"/>
              </p:ext>
            </p:extLst>
          </p:nvPr>
        </p:nvGraphicFramePr>
        <p:xfrm>
          <a:off x="914400" y="1103711"/>
          <a:ext cx="7301323" cy="35444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75" name="Document" r:id="rId5" imgW="7301323" imgH="3544489" progId="Word.Document.12">
                  <p:embed/>
                </p:oleObj>
              </mc:Choice>
              <mc:Fallback>
                <p:oleObj name="Document" r:id="rId5" imgW="7301323" imgH="35444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03711"/>
                        <a:ext cx="7301323" cy="354448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86539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25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0682681"/>
              </p:ext>
            </p:extLst>
          </p:nvPr>
        </p:nvGraphicFramePr>
        <p:xfrm>
          <a:off x="914400" y="685800"/>
          <a:ext cx="729297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8" name="Document" r:id="rId3" imgW="7301323" imgH="442881" progId="Word.Document.12">
                  <p:embed/>
                </p:oleObj>
              </mc:Choice>
              <mc:Fallback>
                <p:oleObj name="Document" r:id="rId3" imgW="7301323" imgH="44288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441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6774493"/>
              </p:ext>
            </p:extLst>
          </p:nvPr>
        </p:nvGraphicFramePr>
        <p:xfrm>
          <a:off x="914400" y="1101725"/>
          <a:ext cx="7300912" cy="2479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9" name="Document" r:id="rId5" imgW="7301323" imgH="2480134" progId="Word.Document.12">
                  <p:embed/>
                </p:oleObj>
              </mc:Choice>
              <mc:Fallback>
                <p:oleObj name="Document" r:id="rId5" imgW="7301323" imgH="248013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01725"/>
                        <a:ext cx="7300912" cy="2479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759952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26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2725662"/>
              </p:ext>
            </p:extLst>
          </p:nvPr>
        </p:nvGraphicFramePr>
        <p:xfrm>
          <a:off x="914400" y="685800"/>
          <a:ext cx="7301323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2" name="Document" r:id="rId3" imgW="7301323" imgH="819150" progId="Word.Document.12">
                  <p:embed/>
                </p:oleObj>
              </mc:Choice>
              <mc:Fallback>
                <p:oleObj name="Document" r:id="rId3" imgW="7301323" imgH="81915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819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6448091"/>
              </p:ext>
            </p:extLst>
          </p:nvPr>
        </p:nvGraphicFramePr>
        <p:xfrm>
          <a:off x="914400" y="1144365"/>
          <a:ext cx="7301323" cy="4342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23" name="Document" r:id="rId5" imgW="7301323" imgH="4342035" progId="Word.Document.12">
                  <p:embed/>
                </p:oleObj>
              </mc:Choice>
              <mc:Fallback>
                <p:oleObj name="Document" r:id="rId5" imgW="7301323" imgH="43420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4365"/>
                        <a:ext cx="7301323" cy="43420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30499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27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2197660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6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696306"/>
              </p:ext>
            </p:extLst>
          </p:nvPr>
        </p:nvGraphicFramePr>
        <p:xfrm>
          <a:off x="914400" y="1117600"/>
          <a:ext cx="7300912" cy="429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7" name="Document" r:id="rId5" imgW="7301323" imgH="4293426" progId="Word.Document.12">
                  <p:embed/>
                </p:oleObj>
              </mc:Choice>
              <mc:Fallback>
                <p:oleObj name="Document" r:id="rId5" imgW="7301323" imgH="429342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17600"/>
                        <a:ext cx="7300912" cy="4292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81789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28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388494"/>
              </p:ext>
            </p:extLst>
          </p:nvPr>
        </p:nvGraphicFramePr>
        <p:xfrm>
          <a:off x="914400" y="685800"/>
          <a:ext cx="729297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0" name="Document" r:id="rId3" imgW="7301323" imgH="597709" progId="Word.Document.12">
                  <p:embed/>
                </p:oleObj>
              </mc:Choice>
              <mc:Fallback>
                <p:oleObj name="Document" r:id="rId3" imgW="7301323" imgH="5977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595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001313"/>
              </p:ext>
            </p:extLst>
          </p:nvPr>
        </p:nvGraphicFramePr>
        <p:xfrm>
          <a:off x="914400" y="1085850"/>
          <a:ext cx="7875588" cy="447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71" name="Document" r:id="rId5" imgW="7876185" imgH="4499024" progId="Word.Document.12">
                  <p:embed/>
                </p:oleObj>
              </mc:Choice>
              <mc:Fallback>
                <p:oleObj name="Document" r:id="rId5" imgW="7876185" imgH="449902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85850"/>
                        <a:ext cx="7875588" cy="4479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90277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29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6977633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4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352897"/>
              </p:ext>
            </p:extLst>
          </p:nvPr>
        </p:nvGraphicFramePr>
        <p:xfrm>
          <a:off x="914400" y="1083815"/>
          <a:ext cx="7301323" cy="3411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5" name="Document" r:id="rId5" imgW="7301323" imgH="3411985" progId="Word.Document.12">
                  <p:embed/>
                </p:oleObj>
              </mc:Choice>
              <mc:Fallback>
                <p:oleObj name="Document" r:id="rId5" imgW="7301323" imgH="34119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83815"/>
                        <a:ext cx="7301323" cy="34119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74221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30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581869"/>
              </p:ext>
            </p:extLst>
          </p:nvPr>
        </p:nvGraphicFramePr>
        <p:xfrm>
          <a:off x="914400" y="685800"/>
          <a:ext cx="7301323" cy="520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8" name="Document" r:id="rId3" imgW="7301323" imgH="520295" progId="Word.Document.12">
                  <p:embed/>
                </p:oleObj>
              </mc:Choice>
              <mc:Fallback>
                <p:oleObj name="Document" r:id="rId3" imgW="7301323" imgH="52029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520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3061486"/>
              </p:ext>
            </p:extLst>
          </p:nvPr>
        </p:nvGraphicFramePr>
        <p:xfrm>
          <a:off x="914400" y="1142414"/>
          <a:ext cx="7301323" cy="3200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19" name="Document" r:id="rId5" imgW="7301323" imgH="3200986" progId="Word.Document.12">
                  <p:embed/>
                </p:oleObj>
              </mc:Choice>
              <mc:Fallback>
                <p:oleObj name="Document" r:id="rId5" imgW="7301323" imgH="32009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2414"/>
                        <a:ext cx="7301323" cy="320098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08860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31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4021947"/>
              </p:ext>
            </p:extLst>
          </p:nvPr>
        </p:nvGraphicFramePr>
        <p:xfrm>
          <a:off x="914400" y="685800"/>
          <a:ext cx="7301323" cy="5314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2" name="Document" r:id="rId3" imgW="7301323" imgH="531457" progId="Word.Document.12">
                  <p:embed/>
                </p:oleObj>
              </mc:Choice>
              <mc:Fallback>
                <p:oleObj name="Document" r:id="rId3" imgW="7301323" imgH="5314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5314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6887496"/>
              </p:ext>
            </p:extLst>
          </p:nvPr>
        </p:nvGraphicFramePr>
        <p:xfrm>
          <a:off x="914400" y="1120835"/>
          <a:ext cx="7301323" cy="5051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3" name="Document" r:id="rId5" imgW="7301323" imgH="5051365" progId="Word.Document.12">
                  <p:embed/>
                </p:oleObj>
              </mc:Choice>
              <mc:Fallback>
                <p:oleObj name="Document" r:id="rId5" imgW="7301323" imgH="50513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20835"/>
                        <a:ext cx="7301323" cy="5051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606526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32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2451162"/>
              </p:ext>
            </p:extLst>
          </p:nvPr>
        </p:nvGraphicFramePr>
        <p:xfrm>
          <a:off x="914400" y="685800"/>
          <a:ext cx="7301323" cy="509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6" name="Document" r:id="rId3" imgW="7301323" imgH="509493" progId="Word.Document.12">
                  <p:embed/>
                </p:oleObj>
              </mc:Choice>
              <mc:Fallback>
                <p:oleObj name="Document" r:id="rId3" imgW="7301323" imgH="50949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5094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585792"/>
              </p:ext>
            </p:extLst>
          </p:nvPr>
        </p:nvGraphicFramePr>
        <p:xfrm>
          <a:off x="914400" y="1107889"/>
          <a:ext cx="7301323" cy="30069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7" name="Document" r:id="rId5" imgW="7301323" imgH="3006911" progId="Word.Document.12">
                  <p:embed/>
                </p:oleObj>
              </mc:Choice>
              <mc:Fallback>
                <p:oleObj name="Document" r:id="rId5" imgW="7301323" imgH="30069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07889"/>
                        <a:ext cx="7301323" cy="30069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294523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2299748"/>
              </p:ext>
            </p:extLst>
          </p:nvPr>
        </p:nvGraphicFramePr>
        <p:xfrm>
          <a:off x="914400" y="685800"/>
          <a:ext cx="7292975" cy="573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0" name="Document" r:id="rId4" imgW="7301323" imgH="575385" progId="Word.Document.12">
                  <p:embed/>
                </p:oleObj>
              </mc:Choice>
              <mc:Fallback>
                <p:oleObj name="Document" r:id="rId4" imgW="7301323" imgH="5753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573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350" y="1137920"/>
            <a:ext cx="4972050" cy="488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2128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6828343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4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1330846"/>
              </p:ext>
            </p:extLst>
          </p:nvPr>
        </p:nvGraphicFramePr>
        <p:xfrm>
          <a:off x="914400" y="1082475"/>
          <a:ext cx="7301323" cy="417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15" name="Document" r:id="rId5" imgW="7301323" imgH="4175325" progId="Word.Document.12">
                  <p:embed/>
                </p:oleObj>
              </mc:Choice>
              <mc:Fallback>
                <p:oleObj name="Document" r:id="rId5" imgW="7301323" imgH="41753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82475"/>
                        <a:ext cx="7301323" cy="41753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912768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35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1957548"/>
              </p:ext>
            </p:extLst>
          </p:nvPr>
        </p:nvGraphicFramePr>
        <p:xfrm>
          <a:off x="914400" y="685800"/>
          <a:ext cx="7301323" cy="7773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8" name="Document" r:id="rId3" imgW="7301323" imgH="777382" progId="Word.Document.12">
                  <p:embed/>
                </p:oleObj>
              </mc:Choice>
              <mc:Fallback>
                <p:oleObj name="Document" r:id="rId3" imgW="7301323" imgH="77738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7773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421316"/>
              </p:ext>
            </p:extLst>
          </p:nvPr>
        </p:nvGraphicFramePr>
        <p:xfrm>
          <a:off x="914400" y="1447800"/>
          <a:ext cx="7301323" cy="28578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9" name="Document" r:id="rId5" imgW="7301323" imgH="2857843" progId="Word.Document.12">
                  <p:embed/>
                </p:oleObj>
              </mc:Choice>
              <mc:Fallback>
                <p:oleObj name="Document" r:id="rId5" imgW="7301323" imgH="28578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447800"/>
                        <a:ext cx="7301323" cy="285784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532896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36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8226730"/>
              </p:ext>
            </p:extLst>
          </p:nvPr>
        </p:nvGraphicFramePr>
        <p:xfrm>
          <a:off x="914400" y="685800"/>
          <a:ext cx="7301323" cy="464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3" name="Document" r:id="rId3" imgW="7301323" imgH="464845" progId="Word.Document.12">
                  <p:embed/>
                </p:oleObj>
              </mc:Choice>
              <mc:Fallback>
                <p:oleObj name="Document" r:id="rId3" imgW="7301323" imgH="46484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648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043316"/>
              </p:ext>
            </p:extLst>
          </p:nvPr>
        </p:nvGraphicFramePr>
        <p:xfrm>
          <a:off x="914400" y="1066800"/>
          <a:ext cx="7301323" cy="4519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64" name="Document" r:id="rId5" imgW="7301323" imgH="4519548" progId="Word.Document.12">
                  <p:embed/>
                </p:oleObj>
              </mc:Choice>
              <mc:Fallback>
                <p:oleObj name="Document" r:id="rId5" imgW="7301323" imgH="451954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66800"/>
                        <a:ext cx="7301323" cy="45195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049497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37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5762571"/>
              </p:ext>
            </p:extLst>
          </p:nvPr>
        </p:nvGraphicFramePr>
        <p:xfrm>
          <a:off x="914400" y="685800"/>
          <a:ext cx="72929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6" name="Document" r:id="rId4" imgW="7301323" imgH="542259" progId="Word.Document.12">
                  <p:embed/>
                </p:oleObj>
              </mc:Choice>
              <mc:Fallback>
                <p:oleObj name="Document" r:id="rId4" imgW="7301323" imgH="5422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4472831"/>
              </p:ext>
            </p:extLst>
          </p:nvPr>
        </p:nvGraphicFramePr>
        <p:xfrm>
          <a:off x="914400" y="1066800"/>
          <a:ext cx="7300912" cy="489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87" name="Document" r:id="rId6" imgW="7301323" imgH="4896897" progId="Word.Document.12">
                  <p:embed/>
                </p:oleObj>
              </mc:Choice>
              <mc:Fallback>
                <p:oleObj name="Document" r:id="rId6" imgW="7301323" imgH="489689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4400" y="1066800"/>
                        <a:ext cx="7300912" cy="4895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733212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38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4754553"/>
              </p:ext>
            </p:extLst>
          </p:nvPr>
        </p:nvGraphicFramePr>
        <p:xfrm>
          <a:off x="914400" y="685800"/>
          <a:ext cx="72929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0" name="Document" r:id="rId4" imgW="7301323" imgH="542259" progId="Word.Document.12">
                  <p:embed/>
                </p:oleObj>
              </mc:Choice>
              <mc:Fallback>
                <p:oleObj name="Document" r:id="rId4" imgW="7301323" imgH="5422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9074498"/>
              </p:ext>
            </p:extLst>
          </p:nvPr>
        </p:nvGraphicFramePr>
        <p:xfrm>
          <a:off x="914400" y="1066800"/>
          <a:ext cx="7301323" cy="1694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7911" name="Document" r:id="rId6" imgW="7301323" imgH="1694470" progId="Word.Document.12">
                  <p:embed/>
                </p:oleObj>
              </mc:Choice>
              <mc:Fallback>
                <p:oleObj name="Document" r:id="rId6" imgW="7301323" imgH="169447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14400" y="1066800"/>
                        <a:ext cx="7301323" cy="1694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10077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39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7426676"/>
              </p:ext>
            </p:extLst>
          </p:nvPr>
        </p:nvGraphicFramePr>
        <p:xfrm>
          <a:off x="914400" y="685800"/>
          <a:ext cx="7301323" cy="497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4" name="Document" r:id="rId3" imgW="7301323" imgH="497971" progId="Word.Document.12">
                  <p:embed/>
                </p:oleObj>
              </mc:Choice>
              <mc:Fallback>
                <p:oleObj name="Document" r:id="rId3" imgW="7301323" imgH="49797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979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139713"/>
              </p:ext>
            </p:extLst>
          </p:nvPr>
        </p:nvGraphicFramePr>
        <p:xfrm>
          <a:off x="914400" y="1066800"/>
          <a:ext cx="7301323" cy="1649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35" name="Document" r:id="rId5" imgW="7301323" imgH="1649462" progId="Word.Document.12">
                  <p:embed/>
                </p:oleObj>
              </mc:Choice>
              <mc:Fallback>
                <p:oleObj name="Document" r:id="rId5" imgW="7301323" imgH="164946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66800"/>
                        <a:ext cx="7301323" cy="16494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5430030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40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6206410"/>
              </p:ext>
            </p:extLst>
          </p:nvPr>
        </p:nvGraphicFramePr>
        <p:xfrm>
          <a:off x="914400" y="685800"/>
          <a:ext cx="7292975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48" name="Document" r:id="rId3" imgW="7301323" imgH="830312" progId="Word.Document.12">
                  <p:embed/>
                </p:oleObj>
              </mc:Choice>
              <mc:Fallback>
                <p:oleObj name="Document" r:id="rId3" imgW="7301323" imgH="8303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8270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473199"/>
            <a:ext cx="7239000" cy="3725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1390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41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5050181"/>
              </p:ext>
            </p:extLst>
          </p:nvPr>
        </p:nvGraphicFramePr>
        <p:xfrm>
          <a:off x="914400" y="685800"/>
          <a:ext cx="7301323" cy="830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2" name="Document" r:id="rId3" imgW="7301323" imgH="830312" progId="Word.Document.12">
                  <p:embed/>
                </p:oleObj>
              </mc:Choice>
              <mc:Fallback>
                <p:oleObj name="Document" r:id="rId3" imgW="7301323" imgH="8303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8303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1105504"/>
              </p:ext>
            </p:extLst>
          </p:nvPr>
        </p:nvGraphicFramePr>
        <p:xfrm>
          <a:off x="914400" y="1108082"/>
          <a:ext cx="7301323" cy="3921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3" name="Document" r:id="rId5" imgW="7301323" imgH="3921118" progId="Word.Document.12">
                  <p:embed/>
                </p:oleObj>
              </mc:Choice>
              <mc:Fallback>
                <p:oleObj name="Document" r:id="rId5" imgW="7301323" imgH="39211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08082"/>
                        <a:ext cx="7301323" cy="39211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19968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42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5381508"/>
              </p:ext>
            </p:extLst>
          </p:nvPr>
        </p:nvGraphicFramePr>
        <p:xfrm>
          <a:off x="914400" y="685800"/>
          <a:ext cx="7301323" cy="6643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6" name="Document" r:id="rId3" imgW="7301323" imgH="664322" progId="Word.Document.12">
                  <p:embed/>
                </p:oleObj>
              </mc:Choice>
              <mc:Fallback>
                <p:oleObj name="Document" r:id="rId3" imgW="7301323" imgH="66432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6643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0436007"/>
              </p:ext>
            </p:extLst>
          </p:nvPr>
        </p:nvGraphicFramePr>
        <p:xfrm>
          <a:off x="914400" y="1143000"/>
          <a:ext cx="7600950" cy="269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7" name="Document" r:id="rId5" imgW="7613278" imgH="2708416" progId="Word.Document.12">
                  <p:embed/>
                </p:oleObj>
              </mc:Choice>
              <mc:Fallback>
                <p:oleObj name="Document" r:id="rId5" imgW="7613278" imgH="270841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3000"/>
                        <a:ext cx="7600950" cy="2697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799410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8706123"/>
              </p:ext>
            </p:extLst>
          </p:nvPr>
        </p:nvGraphicFramePr>
        <p:xfrm>
          <a:off x="914400" y="685800"/>
          <a:ext cx="72929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0" name="Document" r:id="rId3" imgW="7301323" imgH="542259" progId="Word.Document.12">
                  <p:embed/>
                </p:oleObj>
              </mc:Choice>
              <mc:Fallback>
                <p:oleObj name="Document" r:id="rId3" imgW="7301323" imgH="5422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539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6412390"/>
              </p:ext>
            </p:extLst>
          </p:nvPr>
        </p:nvGraphicFramePr>
        <p:xfrm>
          <a:off x="914400" y="1096962"/>
          <a:ext cx="7300912" cy="469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31" name="Document" r:id="rId5" imgW="7301323" imgH="4695260" progId="Word.Document.12">
                  <p:embed/>
                </p:oleObj>
              </mc:Choice>
              <mc:Fallback>
                <p:oleObj name="Document" r:id="rId5" imgW="7301323" imgH="46952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96962"/>
                        <a:ext cx="7300912" cy="4694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1185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4761396"/>
              </p:ext>
            </p:extLst>
          </p:nvPr>
        </p:nvGraphicFramePr>
        <p:xfrm>
          <a:off x="914400" y="685800"/>
          <a:ext cx="729297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54" name="Document" r:id="rId3" imgW="7301323" imgH="608871" progId="Word.Document.12">
                  <p:embed/>
                </p:oleObj>
              </mc:Choice>
              <mc:Fallback>
                <p:oleObj name="Document" r:id="rId3" imgW="7301323" imgH="60887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606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894131"/>
              </p:ext>
            </p:extLst>
          </p:nvPr>
        </p:nvGraphicFramePr>
        <p:xfrm>
          <a:off x="914400" y="1082593"/>
          <a:ext cx="7301323" cy="2879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55" name="Document" r:id="rId5" imgW="7301323" imgH="2879807" progId="Word.Document.12">
                  <p:embed/>
                </p:oleObj>
              </mc:Choice>
              <mc:Fallback>
                <p:oleObj name="Document" r:id="rId5" imgW="7301323" imgH="287980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82593"/>
                        <a:ext cx="7301323" cy="28798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249307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45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5053099"/>
              </p:ext>
            </p:extLst>
          </p:nvPr>
        </p:nvGraphicFramePr>
        <p:xfrm>
          <a:off x="914400" y="685800"/>
          <a:ext cx="7301323" cy="520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8" name="Document" r:id="rId3" imgW="7301323" imgH="520295" progId="Word.Document.12">
                  <p:embed/>
                </p:oleObj>
              </mc:Choice>
              <mc:Fallback>
                <p:oleObj name="Document" r:id="rId3" imgW="7301323" imgH="52029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5202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3655701"/>
              </p:ext>
            </p:extLst>
          </p:nvPr>
        </p:nvGraphicFramePr>
        <p:xfrm>
          <a:off x="914400" y="1116456"/>
          <a:ext cx="7301323" cy="4065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079" name="Document" r:id="rId5" imgW="7301323" imgH="4065144" progId="Word.Document.12">
                  <p:embed/>
                </p:oleObj>
              </mc:Choice>
              <mc:Fallback>
                <p:oleObj name="Document" r:id="rId5" imgW="7301323" imgH="40651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16456"/>
                        <a:ext cx="7301323" cy="406514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00185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46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671493"/>
              </p:ext>
            </p:extLst>
          </p:nvPr>
        </p:nvGraphicFramePr>
        <p:xfrm>
          <a:off x="914400" y="685800"/>
          <a:ext cx="7301323" cy="5094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2" name="Document" r:id="rId3" imgW="7301323" imgH="509493" progId="Word.Document.12">
                  <p:embed/>
                </p:oleObj>
              </mc:Choice>
              <mc:Fallback>
                <p:oleObj name="Document" r:id="rId3" imgW="7301323" imgH="50949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5094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895361"/>
              </p:ext>
            </p:extLst>
          </p:nvPr>
        </p:nvGraphicFramePr>
        <p:xfrm>
          <a:off x="914400" y="1146425"/>
          <a:ext cx="7301323" cy="357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3" name="Document" r:id="rId5" imgW="7301323" imgH="3577975" progId="Word.Document.12">
                  <p:embed/>
                </p:oleObj>
              </mc:Choice>
              <mc:Fallback>
                <p:oleObj name="Document" r:id="rId5" imgW="7301323" imgH="357797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6425"/>
                        <a:ext cx="7301323" cy="3577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7473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47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4795034"/>
              </p:ext>
            </p:extLst>
          </p:nvPr>
        </p:nvGraphicFramePr>
        <p:xfrm>
          <a:off x="914400" y="685800"/>
          <a:ext cx="729297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6" name="Document" r:id="rId3" imgW="7301323" imgH="553421" progId="Word.Document.12">
                  <p:embed/>
                </p:oleObj>
              </mc:Choice>
              <mc:Fallback>
                <p:oleObj name="Document" r:id="rId3" imgW="7301323" imgH="55342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550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634934"/>
              </p:ext>
            </p:extLst>
          </p:nvPr>
        </p:nvGraphicFramePr>
        <p:xfrm>
          <a:off x="914400" y="1081087"/>
          <a:ext cx="7300912" cy="288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27" name="Document" r:id="rId5" imgW="7301323" imgH="2881968" progId="Word.Document.12">
                  <p:embed/>
                </p:oleObj>
              </mc:Choice>
              <mc:Fallback>
                <p:oleObj name="Document" r:id="rId5" imgW="7301323" imgH="28819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81087"/>
                        <a:ext cx="7300912" cy="28813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144775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48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4053497"/>
              </p:ext>
            </p:extLst>
          </p:nvPr>
        </p:nvGraphicFramePr>
        <p:xfrm>
          <a:off x="914400" y="685800"/>
          <a:ext cx="7301323" cy="497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0" name="Document" r:id="rId3" imgW="7301323" imgH="497971" progId="Word.Document.12">
                  <p:embed/>
                </p:oleObj>
              </mc:Choice>
              <mc:Fallback>
                <p:oleObj name="Document" r:id="rId3" imgW="7301323" imgH="49797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979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8020461"/>
              </p:ext>
            </p:extLst>
          </p:nvPr>
        </p:nvGraphicFramePr>
        <p:xfrm>
          <a:off x="914400" y="1123950"/>
          <a:ext cx="7300912" cy="489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151" name="Document" r:id="rId5" imgW="7301323" imgH="4896897" progId="Word.Document.12">
                  <p:embed/>
                </p:oleObj>
              </mc:Choice>
              <mc:Fallback>
                <p:oleObj name="Document" r:id="rId5" imgW="7301323" imgH="489689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23950"/>
                        <a:ext cx="7300912" cy="4895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61879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49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0040428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4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0436077"/>
              </p:ext>
            </p:extLst>
          </p:nvPr>
        </p:nvGraphicFramePr>
        <p:xfrm>
          <a:off x="914400" y="1090612"/>
          <a:ext cx="7300912" cy="409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75" name="Document" r:id="rId5" imgW="7301323" imgH="4091789" progId="Word.Document.12">
                  <p:embed/>
                </p:oleObj>
              </mc:Choice>
              <mc:Fallback>
                <p:oleObj name="Document" r:id="rId5" imgW="7301323" imgH="40917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90612"/>
                        <a:ext cx="7300912" cy="4090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07657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50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1011144"/>
              </p:ext>
            </p:extLst>
          </p:nvPr>
        </p:nvGraphicFramePr>
        <p:xfrm>
          <a:off x="914400" y="685800"/>
          <a:ext cx="7292975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6" name="Document" r:id="rId3" imgW="7301323" imgH="586907" progId="Word.Document.12">
                  <p:embed/>
                </p:oleObj>
              </mc:Choice>
              <mc:Fallback>
                <p:oleObj name="Document" r:id="rId3" imgW="7301323" imgH="58690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584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375943"/>
              </p:ext>
            </p:extLst>
          </p:nvPr>
        </p:nvGraphicFramePr>
        <p:xfrm>
          <a:off x="914400" y="1146175"/>
          <a:ext cx="7300912" cy="449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7" name="Document" r:id="rId5" imgW="7301323" imgH="4493623" progId="Word.Document.12">
                  <p:embed/>
                </p:oleObj>
              </mc:Choice>
              <mc:Fallback>
                <p:oleObj name="Document" r:id="rId5" imgW="7301323" imgH="44936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6175"/>
                        <a:ext cx="7300912" cy="4492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2962872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51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8258598"/>
              </p:ext>
            </p:extLst>
          </p:nvPr>
        </p:nvGraphicFramePr>
        <p:xfrm>
          <a:off x="914400" y="685800"/>
          <a:ext cx="7292975" cy="550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0" name="Document" r:id="rId3" imgW="7301323" imgH="553421" progId="Word.Document.12">
                  <p:embed/>
                </p:oleObj>
              </mc:Choice>
              <mc:Fallback>
                <p:oleObj name="Document" r:id="rId3" imgW="7301323" imgH="55342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292975" cy="550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7505916"/>
              </p:ext>
            </p:extLst>
          </p:nvPr>
        </p:nvGraphicFramePr>
        <p:xfrm>
          <a:off x="914400" y="1090612"/>
          <a:ext cx="7300912" cy="409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1" name="Document" r:id="rId5" imgW="7301323" imgH="4091789" progId="Word.Document.12">
                  <p:embed/>
                </p:oleObj>
              </mc:Choice>
              <mc:Fallback>
                <p:oleObj name="Document" r:id="rId5" imgW="7301323" imgH="40917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90612"/>
                        <a:ext cx="7300912" cy="4090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4928363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52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0543752"/>
              </p:ext>
            </p:extLst>
          </p:nvPr>
        </p:nvGraphicFramePr>
        <p:xfrm>
          <a:off x="914400" y="685800"/>
          <a:ext cx="7301323" cy="631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4" name="Document" r:id="rId3" imgW="7301323" imgH="631196" progId="Word.Document.12">
                  <p:embed/>
                </p:oleObj>
              </mc:Choice>
              <mc:Fallback>
                <p:oleObj name="Document" r:id="rId3" imgW="7301323" imgH="6311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6311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7295631"/>
              </p:ext>
            </p:extLst>
          </p:nvPr>
        </p:nvGraphicFramePr>
        <p:xfrm>
          <a:off x="914400" y="1146048"/>
          <a:ext cx="7301323" cy="2359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245" name="Document" r:id="rId5" imgW="7301323" imgH="2359152" progId="Word.Document.12">
                  <p:embed/>
                </p:oleObj>
              </mc:Choice>
              <mc:Fallback>
                <p:oleObj name="Document" r:id="rId5" imgW="7301323" imgH="235915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46048"/>
                        <a:ext cx="7301323" cy="23591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26516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53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726130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8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175726"/>
              </p:ext>
            </p:extLst>
          </p:nvPr>
        </p:nvGraphicFramePr>
        <p:xfrm>
          <a:off x="914400" y="1108075"/>
          <a:ext cx="7300912" cy="308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9" name="Document" r:id="rId5" imgW="7301323" imgH="3083605" progId="Word.Document.12">
                  <p:embed/>
                </p:oleObj>
              </mc:Choice>
              <mc:Fallback>
                <p:oleObj name="Document" r:id="rId5" imgW="7301323" imgH="308360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108075"/>
                        <a:ext cx="7300912" cy="308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05918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 Servlets/JSP (3rd Ed.), C12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2014, Mike Murach &amp; Associates, Inc.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 smtClean="0">
                <a:latin typeface="Arial Narrow" pitchFamily="34" charset="0"/>
              </a:rPr>
              <a:pPr algn="r">
                <a:defRPr/>
              </a:pPr>
              <a:t>54</a:t>
            </a:fld>
            <a:endParaRPr lang="en-US" sz="900">
              <a:latin typeface="Arial Narrow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249857"/>
              </p:ext>
            </p:extLst>
          </p:nvPr>
        </p:nvGraphicFramePr>
        <p:xfrm>
          <a:off x="914400" y="685800"/>
          <a:ext cx="7301323" cy="4266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2" name="Document" r:id="rId3" imgW="7301323" imgH="426678" progId="Word.Document.12">
                  <p:embed/>
                </p:oleObj>
              </mc:Choice>
              <mc:Fallback>
                <p:oleObj name="Document" r:id="rId3" imgW="7301323" imgH="4266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685800"/>
                        <a:ext cx="7301323" cy="4266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0650666"/>
              </p:ext>
            </p:extLst>
          </p:nvPr>
        </p:nvGraphicFramePr>
        <p:xfrm>
          <a:off x="914400" y="1090612"/>
          <a:ext cx="7300912" cy="409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3" name="Document" r:id="rId5" imgW="7301323" imgH="4091789" progId="Word.Document.12">
                  <p:embed/>
                </p:oleObj>
              </mc:Choice>
              <mc:Fallback>
                <p:oleObj name="Document" r:id="rId5" imgW="7301323" imgH="40917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400" y="1090612"/>
                        <a:ext cx="7300912" cy="4090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7639931"/>
      </p:ext>
    </p:extLst>
  </p:cSld>
  <p:clrMapOvr>
    <a:masterClrMapping/>
  </p:clrMapOvr>
</p:sld>
</file>

<file path=ppt/theme/theme1.xml><?xml version="1.0" encoding="utf-8"?>
<a:theme xmlns:a="http://schemas.openxmlformats.org/drawingml/2006/main" name="Slide with title">
  <a:themeElements>
    <a:clrScheme name="Master slid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Master slid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ster slid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ster slid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647</TotalTime>
  <Words>1317</Words>
  <Application>Microsoft Office PowerPoint</Application>
  <PresentationFormat>On-screen Show (4:3)</PresentationFormat>
  <Paragraphs>230</Paragraphs>
  <Slides>54</Slides>
  <Notes>6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9" baseType="lpstr">
      <vt:lpstr>Arial</vt:lpstr>
      <vt:lpstr>Arial Narrow</vt:lpstr>
      <vt:lpstr>Times New Roman</vt:lpstr>
      <vt:lpstr>Slide with title</vt:lpstr>
      <vt:lpstr>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Mike Murach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</dc:creator>
  <cp:lastModifiedBy>cong tran</cp:lastModifiedBy>
  <cp:revision>65</cp:revision>
  <dcterms:created xsi:type="dcterms:W3CDTF">2010-11-30T18:46:51Z</dcterms:created>
  <dcterms:modified xsi:type="dcterms:W3CDTF">2022-03-22T02:01:29Z</dcterms:modified>
</cp:coreProperties>
</file>