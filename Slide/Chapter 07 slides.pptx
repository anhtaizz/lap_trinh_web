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58"/>
  </p:notesMasterIdLst>
  <p:handoutMasterIdLst>
    <p:handoutMasterId r:id="rId59"/>
  </p:handoutMasterIdLst>
  <p:sldIdLst>
    <p:sldId id="32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8" r:id="rId47"/>
    <p:sldId id="369" r:id="rId48"/>
    <p:sldId id="370" r:id="rId49"/>
    <p:sldId id="371" r:id="rId50"/>
    <p:sldId id="372" r:id="rId51"/>
    <p:sldId id="373" r:id="rId52"/>
    <p:sldId id="374" r:id="rId53"/>
    <p:sldId id="375" r:id="rId54"/>
    <p:sldId id="376" r:id="rId55"/>
    <p:sldId id="377" r:id="rId56"/>
    <p:sldId id="378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6452" autoAdjust="0"/>
  </p:normalViewPr>
  <p:slideViewPr>
    <p:cSldViewPr>
      <p:cViewPr varScale="1">
        <p:scale>
          <a:sx n="91" d="100"/>
          <a:sy n="91" d="100"/>
        </p:scale>
        <p:origin x="17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image" Target="../media/image88.e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image" Target="../media/image90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image" Target="../media/image92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image" Target="../media/image94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image" Target="../media/image96.e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image" Target="../media/image98.e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image" Target="../media/image100.e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image" Target="../media/image104.e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image" Target="../media/image106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image" Target="../media/image108.e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image" Target="../media/image110.e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image" Target="../media/image114.emf"/></Relationships>
</file>

<file path=ppt/drawings/_rels/vmlDrawing5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image" Target="../media/image1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3/22/2022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: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r>
              <a:rPr lang="en-US" dirty="0"/>
              <a:t>HTTP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hay ko? HTTP </a:t>
            </a:r>
            <a:r>
              <a:rPr lang="en-US" dirty="0" err="1"/>
              <a:t>là</a:t>
            </a:r>
            <a:r>
              <a:rPr lang="en-US" dirty="0"/>
              <a:t> shipper, ko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trước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java web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session ID,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servlet,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session </a:t>
            </a:r>
            <a:r>
              <a:rPr lang="en-US" dirty="0" err="1"/>
              <a:t>nào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62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</a:t>
            </a:r>
            <a:r>
              <a:rPr lang="en-US" dirty="0" err="1"/>
              <a:t>được</a:t>
            </a:r>
            <a:r>
              <a:rPr lang="en-US" dirty="0"/>
              <a:t> server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,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user request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server</a:t>
            </a:r>
          </a:p>
          <a:p>
            <a:r>
              <a:rPr lang="en-US" dirty="0" err="1"/>
              <a:t>GetSession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request</a:t>
            </a:r>
          </a:p>
          <a:p>
            <a:r>
              <a:rPr lang="en-US" dirty="0"/>
              <a:t>Remove </a:t>
            </a:r>
            <a:r>
              <a:rPr lang="en-US" dirty="0" err="1"/>
              <a:t>attrib</a:t>
            </a:r>
            <a:r>
              <a:rPr lang="en-US" dirty="0"/>
              <a:t> do session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lâu</a:t>
            </a:r>
            <a:r>
              <a:rPr lang="en-US" dirty="0"/>
              <a:t>, ko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/>
              <a:t>thường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23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request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session. </a:t>
            </a:r>
            <a:r>
              <a:rPr lang="en-US" dirty="0" err="1"/>
              <a:t>Gắn</a:t>
            </a:r>
            <a:r>
              <a:rPr lang="en-US" dirty="0"/>
              <a:t> Session id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request </a:t>
            </a:r>
            <a:r>
              <a:rPr lang="en-US" dirty="0" err="1"/>
              <a:t>và</a:t>
            </a:r>
            <a:r>
              <a:rPr lang="en-US" dirty="0"/>
              <a:t> response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. (timeout,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). Java </a:t>
            </a:r>
            <a:r>
              <a:rPr lang="en-US" dirty="0" err="1"/>
              <a:t>jsession</a:t>
            </a:r>
            <a:r>
              <a:rPr lang="en-US" dirty="0"/>
              <a:t>.</a:t>
            </a:r>
          </a:p>
          <a:p>
            <a:r>
              <a:rPr lang="en-US" dirty="0"/>
              <a:t>Code cookies?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session -&gt; </a:t>
            </a:r>
            <a:r>
              <a:rPr lang="en-US" dirty="0" err="1"/>
              <a:t>getSession</a:t>
            </a:r>
            <a:r>
              <a:rPr lang="en-US" dirty="0"/>
              <a:t>. </a:t>
            </a:r>
            <a:r>
              <a:rPr lang="en-US" dirty="0" err="1"/>
              <a:t>Dùng</a:t>
            </a:r>
            <a:r>
              <a:rPr lang="en-US" dirty="0"/>
              <a:t> cookies 1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10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Cookie ko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61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cookies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5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33CC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600" b="1" i="0" baseline="0">
                <a:solidFill>
                  <a:srgbClr val="0033CC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0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762000" y="6248400"/>
            <a:ext cx="1981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Document2.docx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Word_Document4.docx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Document5.doc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Document6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Document8.docx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Document9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package" Target="../embeddings/Microsoft_Word_Document12.docx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Document11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Word_Document14.docx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Document16.docx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Document18.docx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Document20.docx"/><Relationship Id="rId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Document23.docx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Document25.docx"/><Relationship Id="rId4" Type="http://schemas.openxmlformats.org/officeDocument/2006/relationships/image" Target="../media/image3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package" Target="../embeddings/Microsoft_Word_Document27.docx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Document26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Document29.docx"/><Relationship Id="rId4" Type="http://schemas.openxmlformats.org/officeDocument/2006/relationships/image" Target="../media/image3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7.emf"/><Relationship Id="rId5" Type="http://schemas.openxmlformats.org/officeDocument/2006/relationships/package" Target="../embeddings/Microsoft_Word_Document31.docx"/><Relationship Id="rId4" Type="http://schemas.openxmlformats.org/officeDocument/2006/relationships/image" Target="../media/image3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9.emf"/><Relationship Id="rId5" Type="http://schemas.openxmlformats.org/officeDocument/2006/relationships/package" Target="../embeddings/Microsoft_Word_Document33.docx"/><Relationship Id="rId4" Type="http://schemas.openxmlformats.org/officeDocument/2006/relationships/image" Target="../media/image3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package" Target="../embeddings/Microsoft_Word_Document35.docx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Document34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package" Target="../embeddings/Microsoft_Word_Document37.docx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Document36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5.emf"/><Relationship Id="rId5" Type="http://schemas.openxmlformats.org/officeDocument/2006/relationships/package" Target="../embeddings/Microsoft_Word_Document39.docx"/><Relationship Id="rId4" Type="http://schemas.openxmlformats.org/officeDocument/2006/relationships/image" Target="../media/image4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7.emf"/><Relationship Id="rId5" Type="http://schemas.openxmlformats.org/officeDocument/2006/relationships/package" Target="../embeddings/Microsoft_Word_Document41.docx"/><Relationship Id="rId4" Type="http://schemas.openxmlformats.org/officeDocument/2006/relationships/image" Target="../media/image4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9.png"/><Relationship Id="rId4" Type="http://schemas.openxmlformats.org/officeDocument/2006/relationships/image" Target="../media/image4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1.emf"/><Relationship Id="rId5" Type="http://schemas.openxmlformats.org/officeDocument/2006/relationships/package" Target="../embeddings/Microsoft_Word_Document44.docx"/><Relationship Id="rId4" Type="http://schemas.openxmlformats.org/officeDocument/2006/relationships/image" Target="../media/image5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3.emf"/><Relationship Id="rId5" Type="http://schemas.openxmlformats.org/officeDocument/2006/relationships/package" Target="../embeddings/Microsoft_Word_Document46.docx"/><Relationship Id="rId4" Type="http://schemas.openxmlformats.org/officeDocument/2006/relationships/image" Target="../media/image5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5.emf"/><Relationship Id="rId5" Type="http://schemas.openxmlformats.org/officeDocument/2006/relationships/package" Target="../embeddings/Microsoft_Word_Document48.docx"/><Relationship Id="rId4" Type="http://schemas.openxmlformats.org/officeDocument/2006/relationships/image" Target="../media/image5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57.emf"/><Relationship Id="rId5" Type="http://schemas.openxmlformats.org/officeDocument/2006/relationships/package" Target="../embeddings/Microsoft_Word_Document50.docx"/><Relationship Id="rId4" Type="http://schemas.openxmlformats.org/officeDocument/2006/relationships/image" Target="../media/image5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9.emf"/><Relationship Id="rId5" Type="http://schemas.openxmlformats.org/officeDocument/2006/relationships/package" Target="../embeddings/Microsoft_Word_Document52.docx"/><Relationship Id="rId4" Type="http://schemas.openxmlformats.org/officeDocument/2006/relationships/image" Target="../media/image5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1.emf"/><Relationship Id="rId5" Type="http://schemas.openxmlformats.org/officeDocument/2006/relationships/package" Target="../embeddings/Microsoft_Word_Document54.docx"/><Relationship Id="rId4" Type="http://schemas.openxmlformats.org/officeDocument/2006/relationships/image" Target="../media/image60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57.docx"/><Relationship Id="rId3" Type="http://schemas.openxmlformats.org/officeDocument/2006/relationships/package" Target="../embeddings/Microsoft_Word_Document55.docx"/><Relationship Id="rId7" Type="http://schemas.openxmlformats.org/officeDocument/2006/relationships/image" Target="../media/image6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3.emf"/><Relationship Id="rId5" Type="http://schemas.openxmlformats.org/officeDocument/2006/relationships/package" Target="../embeddings/Microsoft_Word_Document56.docx"/><Relationship Id="rId10" Type="http://schemas.openxmlformats.org/officeDocument/2006/relationships/image" Target="../media/image66.png"/><Relationship Id="rId4" Type="http://schemas.openxmlformats.org/officeDocument/2006/relationships/image" Target="../media/image62.emf"/><Relationship Id="rId9" Type="http://schemas.openxmlformats.org/officeDocument/2006/relationships/image" Target="../media/image6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8.emf"/><Relationship Id="rId5" Type="http://schemas.openxmlformats.org/officeDocument/2006/relationships/package" Target="../embeddings/Microsoft_Word_Document59.docx"/><Relationship Id="rId4" Type="http://schemas.openxmlformats.org/officeDocument/2006/relationships/image" Target="../media/image67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70.emf"/><Relationship Id="rId5" Type="http://schemas.openxmlformats.org/officeDocument/2006/relationships/package" Target="../embeddings/Microsoft_Word_Document61.docx"/><Relationship Id="rId4" Type="http://schemas.openxmlformats.org/officeDocument/2006/relationships/image" Target="../media/image69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64.docx"/><Relationship Id="rId3" Type="http://schemas.openxmlformats.org/officeDocument/2006/relationships/package" Target="../embeddings/Microsoft_Word_Document62.docx"/><Relationship Id="rId7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2.emf"/><Relationship Id="rId5" Type="http://schemas.openxmlformats.org/officeDocument/2006/relationships/package" Target="../embeddings/Microsoft_Word_Document63.docx"/><Relationship Id="rId10" Type="http://schemas.openxmlformats.org/officeDocument/2006/relationships/image" Target="../media/image75.png"/><Relationship Id="rId4" Type="http://schemas.openxmlformats.org/officeDocument/2006/relationships/image" Target="../media/image71.emf"/><Relationship Id="rId9" Type="http://schemas.openxmlformats.org/officeDocument/2006/relationships/image" Target="../media/image7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77.emf"/><Relationship Id="rId5" Type="http://schemas.openxmlformats.org/officeDocument/2006/relationships/package" Target="../embeddings/Microsoft_Word_Document66.docx"/><Relationship Id="rId4" Type="http://schemas.openxmlformats.org/officeDocument/2006/relationships/image" Target="../media/image7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79.emf"/><Relationship Id="rId5" Type="http://schemas.openxmlformats.org/officeDocument/2006/relationships/package" Target="../embeddings/Microsoft_Word_Document68.docx"/><Relationship Id="rId4" Type="http://schemas.openxmlformats.org/officeDocument/2006/relationships/image" Target="../media/image7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5" Type="http://schemas.openxmlformats.org/officeDocument/2006/relationships/image" Target="../media/image81.png"/><Relationship Id="rId4" Type="http://schemas.openxmlformats.org/officeDocument/2006/relationships/image" Target="../media/image8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83.png"/><Relationship Id="rId4" Type="http://schemas.openxmlformats.org/officeDocument/2006/relationships/image" Target="../media/image8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85.png"/><Relationship Id="rId4" Type="http://schemas.openxmlformats.org/officeDocument/2006/relationships/image" Target="../media/image8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87.emf"/><Relationship Id="rId5" Type="http://schemas.openxmlformats.org/officeDocument/2006/relationships/package" Target="../embeddings/Microsoft_Word_Document73.docx"/><Relationship Id="rId4" Type="http://schemas.openxmlformats.org/officeDocument/2006/relationships/image" Target="../media/image8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89.emf"/><Relationship Id="rId5" Type="http://schemas.openxmlformats.org/officeDocument/2006/relationships/package" Target="../embeddings/Microsoft_Word_Document75.docx"/><Relationship Id="rId4" Type="http://schemas.openxmlformats.org/officeDocument/2006/relationships/image" Target="../media/image8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91.emf"/><Relationship Id="rId5" Type="http://schemas.openxmlformats.org/officeDocument/2006/relationships/package" Target="../embeddings/Microsoft_Word_Document77.docx"/><Relationship Id="rId4" Type="http://schemas.openxmlformats.org/officeDocument/2006/relationships/image" Target="../media/image9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93.emf"/><Relationship Id="rId5" Type="http://schemas.openxmlformats.org/officeDocument/2006/relationships/package" Target="../embeddings/Microsoft_Word_Document79.docx"/><Relationship Id="rId4" Type="http://schemas.openxmlformats.org/officeDocument/2006/relationships/image" Target="../media/image9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5.emf"/><Relationship Id="rId5" Type="http://schemas.openxmlformats.org/officeDocument/2006/relationships/package" Target="../embeddings/Microsoft_Word_Document81.docx"/><Relationship Id="rId4" Type="http://schemas.openxmlformats.org/officeDocument/2006/relationships/image" Target="../media/image9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97.emf"/><Relationship Id="rId5" Type="http://schemas.openxmlformats.org/officeDocument/2006/relationships/package" Target="../embeddings/Microsoft_Word_Document83.docx"/><Relationship Id="rId4" Type="http://schemas.openxmlformats.org/officeDocument/2006/relationships/image" Target="../media/image96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99.emf"/><Relationship Id="rId5" Type="http://schemas.openxmlformats.org/officeDocument/2006/relationships/package" Target="../embeddings/Microsoft_Word_Document85.docx"/><Relationship Id="rId4" Type="http://schemas.openxmlformats.org/officeDocument/2006/relationships/image" Target="../media/image98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01.emf"/><Relationship Id="rId5" Type="http://schemas.openxmlformats.org/officeDocument/2006/relationships/package" Target="../embeddings/Microsoft_Word_Document87.docx"/><Relationship Id="rId4" Type="http://schemas.openxmlformats.org/officeDocument/2006/relationships/image" Target="../media/image10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03.emf"/><Relationship Id="rId5" Type="http://schemas.openxmlformats.org/officeDocument/2006/relationships/package" Target="../embeddings/Microsoft_Word_Document89.docx"/><Relationship Id="rId4" Type="http://schemas.openxmlformats.org/officeDocument/2006/relationships/image" Target="../media/image102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05.emf"/><Relationship Id="rId5" Type="http://schemas.openxmlformats.org/officeDocument/2006/relationships/package" Target="../embeddings/Microsoft_Word_Document91.docx"/><Relationship Id="rId4" Type="http://schemas.openxmlformats.org/officeDocument/2006/relationships/image" Target="../media/image10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07.emf"/><Relationship Id="rId5" Type="http://schemas.openxmlformats.org/officeDocument/2006/relationships/package" Target="../embeddings/Microsoft_Word_Document93.docx"/><Relationship Id="rId4" Type="http://schemas.openxmlformats.org/officeDocument/2006/relationships/image" Target="../media/image106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09.emf"/><Relationship Id="rId5" Type="http://schemas.openxmlformats.org/officeDocument/2006/relationships/package" Target="../embeddings/Microsoft_Word_Document95.docx"/><Relationship Id="rId4" Type="http://schemas.openxmlformats.org/officeDocument/2006/relationships/image" Target="../media/image10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11.emf"/><Relationship Id="rId5" Type="http://schemas.openxmlformats.org/officeDocument/2006/relationships/package" Target="../embeddings/Microsoft_Word_Document97.docx"/><Relationship Id="rId4" Type="http://schemas.openxmlformats.org/officeDocument/2006/relationships/image" Target="../media/image110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13.emf"/><Relationship Id="rId5" Type="http://schemas.openxmlformats.org/officeDocument/2006/relationships/package" Target="../embeddings/Microsoft_Word_Document99.docx"/><Relationship Id="rId4" Type="http://schemas.openxmlformats.org/officeDocument/2006/relationships/image" Target="../media/image112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15.emf"/><Relationship Id="rId5" Type="http://schemas.openxmlformats.org/officeDocument/2006/relationships/package" Target="../embeddings/Microsoft_Word_Document101.docx"/><Relationship Id="rId4" Type="http://schemas.openxmlformats.org/officeDocument/2006/relationships/image" Target="../media/image114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17.emf"/><Relationship Id="rId5" Type="http://schemas.openxmlformats.org/officeDocument/2006/relationships/package" Target="../embeddings/Microsoft_Word_Document103.docx"/><Relationship Id="rId4" Type="http://schemas.openxmlformats.org/officeDocument/2006/relationships/image" Target="../media/image1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518757"/>
              </p:ext>
            </p:extLst>
          </p:nvPr>
        </p:nvGraphicFramePr>
        <p:xfrm>
          <a:off x="914400" y="1600200"/>
          <a:ext cx="7390023" cy="251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Document" r:id="rId3" imgW="7390023" imgH="2511460" progId="Word.Document.12">
                  <p:embed/>
                </p:oleObj>
              </mc:Choice>
              <mc:Fallback>
                <p:oleObj name="Document" r:id="rId3" imgW="7390023" imgH="25114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600200"/>
                        <a:ext cx="7390023" cy="251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95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332246"/>
              </p:ext>
            </p:extLst>
          </p:nvPr>
        </p:nvGraphicFramePr>
        <p:xfrm>
          <a:off x="914400" y="685800"/>
          <a:ext cx="7301323" cy="634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Document" r:id="rId3" imgW="7301323" imgH="634796" progId="Word.Document.12">
                  <p:embed/>
                </p:oleObj>
              </mc:Choice>
              <mc:Fallback>
                <p:oleObj name="Document" r:id="rId3" imgW="7301323" imgH="634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34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567355"/>
              </p:ext>
            </p:extLst>
          </p:nvPr>
        </p:nvGraphicFramePr>
        <p:xfrm>
          <a:off x="914400" y="1081088"/>
          <a:ext cx="7270750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Document" r:id="rId5" imgW="7301323" imgH="2650085" progId="Word.Document.12">
                  <p:embed/>
                </p:oleObj>
              </mc:Choice>
              <mc:Fallback>
                <p:oleObj name="Document" r:id="rId5" imgW="7301323" imgH="2650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1088"/>
                        <a:ext cx="7270750" cy="2632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03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690995"/>
              </p:ext>
            </p:extLst>
          </p:nvPr>
        </p:nvGraphicFramePr>
        <p:xfrm>
          <a:off x="914400" y="685800"/>
          <a:ext cx="7301323" cy="602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Document" r:id="rId3" imgW="7301323" imgH="602030" progId="Word.Document.12">
                  <p:embed/>
                </p:oleObj>
              </mc:Choice>
              <mc:Fallback>
                <p:oleObj name="Document" r:id="rId3" imgW="7301323" imgH="6020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02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07406"/>
              </p:ext>
            </p:extLst>
          </p:nvPr>
        </p:nvGraphicFramePr>
        <p:xfrm>
          <a:off x="914400" y="1069975"/>
          <a:ext cx="727075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Document" r:id="rId5" imgW="7301323" imgH="3680594" progId="Word.Document.12">
                  <p:embed/>
                </p:oleObj>
              </mc:Choice>
              <mc:Fallback>
                <p:oleObj name="Document" r:id="rId5" imgW="7301323" imgH="36805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9975"/>
                        <a:ext cx="727075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5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322423"/>
              </p:ext>
            </p:extLst>
          </p:nvPr>
        </p:nvGraphicFramePr>
        <p:xfrm>
          <a:off x="914400" y="685800"/>
          <a:ext cx="7301323" cy="66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Document" r:id="rId4" imgW="7301323" imgH="667562" progId="Word.Document.12">
                  <p:embed/>
                </p:oleObj>
              </mc:Choice>
              <mc:Fallback>
                <p:oleObj name="Document" r:id="rId4" imgW="7301323" imgH="6675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6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10" y="1143000"/>
            <a:ext cx="6409690" cy="30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2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956054"/>
              </p:ext>
            </p:extLst>
          </p:nvPr>
        </p:nvGraphicFramePr>
        <p:xfrm>
          <a:off x="914400" y="685800"/>
          <a:ext cx="72929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Document" r:id="rId4" imgW="7301323" imgH="604911" progId="Word.Document.12">
                  <p:embed/>
                </p:oleObj>
              </mc:Choice>
              <mc:Fallback>
                <p:oleObj name="Document" r:id="rId4" imgW="7301323" imgH="60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5" y="1127760"/>
            <a:ext cx="6391275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5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431426"/>
              </p:ext>
            </p:extLst>
          </p:nvPr>
        </p:nvGraphicFramePr>
        <p:xfrm>
          <a:off x="914400" y="685800"/>
          <a:ext cx="72929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Document" r:id="rId3" imgW="7301323" imgH="504092" progId="Word.Document.12">
                  <p:embed/>
                </p:oleObj>
              </mc:Choice>
              <mc:Fallback>
                <p:oleObj name="Document" r:id="rId3" imgW="7301323" imgH="5040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061197"/>
              </p:ext>
            </p:extLst>
          </p:nvPr>
        </p:nvGraphicFramePr>
        <p:xfrm>
          <a:off x="914400" y="1066800"/>
          <a:ext cx="7301323" cy="4563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Document" r:id="rId5" imgW="7301323" imgH="4563476" progId="Word.Document.12">
                  <p:embed/>
                </p:oleObj>
              </mc:Choice>
              <mc:Fallback>
                <p:oleObj name="Document" r:id="rId5" imgW="7301323" imgH="45634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4563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07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457152"/>
              </p:ext>
            </p:extLst>
          </p:nvPr>
        </p:nvGraphicFramePr>
        <p:xfrm>
          <a:off x="914400" y="685800"/>
          <a:ext cx="72929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Document" r:id="rId4" imgW="7301323" imgH="481408" progId="Word.Document.12">
                  <p:embed/>
                </p:oleObj>
              </mc:Choice>
              <mc:Fallback>
                <p:oleObj name="Document" r:id="rId4" imgW="7301323" imgH="4814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239000" cy="358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21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531438"/>
              </p:ext>
            </p:extLst>
          </p:nvPr>
        </p:nvGraphicFramePr>
        <p:xfrm>
          <a:off x="914400" y="685800"/>
          <a:ext cx="72929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Document" r:id="rId3" imgW="7301323" imgH="716891" progId="Word.Document.12">
                  <p:embed/>
                </p:oleObj>
              </mc:Choice>
              <mc:Fallback>
                <p:oleObj name="Document" r:id="rId3" imgW="7301323" imgH="7168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1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239000" cy="358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101207"/>
              </p:ext>
            </p:extLst>
          </p:nvPr>
        </p:nvGraphicFramePr>
        <p:xfrm>
          <a:off x="914400" y="685800"/>
          <a:ext cx="7292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Document" r:id="rId4" imgW="7301323" imgH="739575" progId="Word.Document.12">
                  <p:embed/>
                </p:oleObj>
              </mc:Choice>
              <mc:Fallback>
                <p:oleObj name="Document" r:id="rId4" imgW="7301323" imgH="7395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913455"/>
              </p:ext>
            </p:extLst>
          </p:nvPr>
        </p:nvGraphicFramePr>
        <p:xfrm>
          <a:off x="914400" y="1066800"/>
          <a:ext cx="7315200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Document" r:id="rId6" imgW="7389702" imgH="4429655" progId="Word.Document.12">
                  <p:embed/>
                </p:oleObj>
              </mc:Choice>
              <mc:Fallback>
                <p:oleObj name="Document" r:id="rId6" imgW="7389702" imgH="44296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15200" cy="438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632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758410"/>
              </p:ext>
            </p:extLst>
          </p:nvPr>
        </p:nvGraphicFramePr>
        <p:xfrm>
          <a:off x="914400" y="685800"/>
          <a:ext cx="72929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Document" r:id="rId3" imgW="7301323" imgH="761900" progId="Word.Document.12">
                  <p:embed/>
                </p:oleObj>
              </mc:Choice>
              <mc:Fallback>
                <p:oleObj name="Document" r:id="rId3" imgW="7301323" imgH="7619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5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041411"/>
              </p:ext>
            </p:extLst>
          </p:nvPr>
        </p:nvGraphicFramePr>
        <p:xfrm>
          <a:off x="914400" y="1066800"/>
          <a:ext cx="7300912" cy="496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Document" r:id="rId5" imgW="7301323" imgH="4961709" progId="Word.Document.12">
                  <p:embed/>
                </p:oleObj>
              </mc:Choice>
              <mc:Fallback>
                <p:oleObj name="Document" r:id="rId5" imgW="7301323" imgH="49617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0912" cy="4960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465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693341"/>
              </p:ext>
            </p:extLst>
          </p:nvPr>
        </p:nvGraphicFramePr>
        <p:xfrm>
          <a:off x="914400" y="685800"/>
          <a:ext cx="72929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Document" r:id="rId3" imgW="7301323" imgH="661081" progId="Word.Document.12">
                  <p:embed/>
                </p:oleObj>
              </mc:Choice>
              <mc:Fallback>
                <p:oleObj name="Document" r:id="rId3" imgW="7301323" imgH="661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58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625377"/>
              </p:ext>
            </p:extLst>
          </p:nvPr>
        </p:nvGraphicFramePr>
        <p:xfrm>
          <a:off x="914400" y="1143000"/>
          <a:ext cx="7301323" cy="135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Document" r:id="rId5" imgW="7301323" imgH="1357449" progId="Word.Document.12">
                  <p:embed/>
                </p:oleObj>
              </mc:Choice>
              <mc:Fallback>
                <p:oleObj name="Document" r:id="rId5" imgW="7301323" imgH="13574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357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268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705345"/>
              </p:ext>
            </p:extLst>
          </p:nvPr>
        </p:nvGraphicFramePr>
        <p:xfrm>
          <a:off x="914400" y="685800"/>
          <a:ext cx="72929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Document" r:id="rId3" imgW="7301323" imgH="548740" progId="Word.Document.12">
                  <p:embed/>
                </p:oleObj>
              </mc:Choice>
              <mc:Fallback>
                <p:oleObj name="Document" r:id="rId3" imgW="7301323" imgH="5487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699202"/>
              </p:ext>
            </p:extLst>
          </p:nvPr>
        </p:nvGraphicFramePr>
        <p:xfrm>
          <a:off x="914400" y="1066799"/>
          <a:ext cx="7377498" cy="532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Document" r:id="rId5" imgW="7377498" imgH="5328616" progId="Word.Document.12">
                  <p:embed/>
                </p:oleObj>
              </mc:Choice>
              <mc:Fallback>
                <p:oleObj name="Document" r:id="rId5" imgW="7377498" imgH="53286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799"/>
                        <a:ext cx="7377498" cy="53286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739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756808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Document" r:id="rId3" imgW="7301323" imgH="778102" progId="Word.Document.12">
                  <p:embed/>
                </p:oleObj>
              </mc:Choice>
              <mc:Fallback>
                <p:oleObj name="Document" r:id="rId3" imgW="7301323" imgH="7781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134795"/>
              </p:ext>
            </p:extLst>
          </p:nvPr>
        </p:nvGraphicFramePr>
        <p:xfrm>
          <a:off x="914400" y="1447800"/>
          <a:ext cx="7300912" cy="387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Document" r:id="rId5" imgW="7301323" imgH="3875750" progId="Word.Document.12">
                  <p:embed/>
                </p:oleObj>
              </mc:Choice>
              <mc:Fallback>
                <p:oleObj name="Document" r:id="rId5" imgW="7301323" imgH="38757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00912" cy="3875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3795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633462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239000" cy="358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24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644511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Document" r:id="rId3" imgW="7301323" imgH="777382" progId="Word.Document.12">
                  <p:embed/>
                </p:oleObj>
              </mc:Choice>
              <mc:Fallback>
                <p:oleObj name="Document" r:id="rId3" imgW="7301323" imgH="777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875758"/>
              </p:ext>
            </p:extLst>
          </p:nvPr>
        </p:nvGraphicFramePr>
        <p:xfrm>
          <a:off x="914400" y="1447800"/>
          <a:ext cx="7301323" cy="3591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Document" r:id="rId5" imgW="7301323" imgH="3591298" progId="Word.Document.12">
                  <p:embed/>
                </p:oleObj>
              </mc:Choice>
              <mc:Fallback>
                <p:oleObj name="Document" r:id="rId5" imgW="7301323" imgH="35912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01323" cy="3591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721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375646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674961"/>
              </p:ext>
            </p:extLst>
          </p:nvPr>
        </p:nvGraphicFramePr>
        <p:xfrm>
          <a:off x="914400" y="1089025"/>
          <a:ext cx="7300912" cy="24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Document" r:id="rId5" imgW="7301323" imgH="2492736" progId="Word.Document.12">
                  <p:embed/>
                </p:oleObj>
              </mc:Choice>
              <mc:Fallback>
                <p:oleObj name="Document" r:id="rId5" imgW="7301323" imgH="24927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9025"/>
                        <a:ext cx="7300912" cy="2492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5329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481406"/>
              </p:ext>
            </p:extLst>
          </p:nvPr>
        </p:nvGraphicFramePr>
        <p:xfrm>
          <a:off x="914400" y="685800"/>
          <a:ext cx="72929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Document" r:id="rId4" imgW="7301323" imgH="784224" progId="Word.Document.12">
                  <p:embed/>
                </p:oleObj>
              </mc:Choice>
              <mc:Fallback>
                <p:oleObj name="Document" r:id="rId4" imgW="7301323" imgH="7842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394677"/>
              </p:ext>
            </p:extLst>
          </p:nvPr>
        </p:nvGraphicFramePr>
        <p:xfrm>
          <a:off x="914400" y="1143000"/>
          <a:ext cx="7301323" cy="1042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Document" r:id="rId6" imgW="7301323" imgH="1042031" progId="Word.Document.12">
                  <p:embed/>
                </p:oleObj>
              </mc:Choice>
              <mc:Fallback>
                <p:oleObj name="Document" r:id="rId6" imgW="7301323" imgH="10420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042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2286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51276"/>
              </p:ext>
            </p:extLst>
          </p:nvPr>
        </p:nvGraphicFramePr>
        <p:xfrm>
          <a:off x="914400" y="685800"/>
          <a:ext cx="72929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Document" r:id="rId3" imgW="7301323" imgH="627235" progId="Word.Document.12">
                  <p:embed/>
                </p:oleObj>
              </mc:Choice>
              <mc:Fallback>
                <p:oleObj name="Document" r:id="rId3" imgW="7301323" imgH="627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2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585518"/>
              </p:ext>
            </p:extLst>
          </p:nvPr>
        </p:nvGraphicFramePr>
        <p:xfrm>
          <a:off x="914400" y="1143000"/>
          <a:ext cx="7301323" cy="319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Document" r:id="rId5" imgW="7301323" imgH="3195945" progId="Word.Document.12">
                  <p:embed/>
                </p:oleObj>
              </mc:Choice>
              <mc:Fallback>
                <p:oleObj name="Document" r:id="rId5" imgW="7301323" imgH="31959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195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0796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878177"/>
              </p:ext>
            </p:extLst>
          </p:nvPr>
        </p:nvGraphicFramePr>
        <p:xfrm>
          <a:off x="914400" y="685800"/>
          <a:ext cx="72929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Document" r:id="rId3" imgW="7301323" imgH="873880" progId="Word.Document.12">
                  <p:embed/>
                </p:oleObj>
              </mc:Choice>
              <mc:Fallback>
                <p:oleObj name="Document" r:id="rId3" imgW="7301323" imgH="8738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77285"/>
              </p:ext>
            </p:extLst>
          </p:nvPr>
        </p:nvGraphicFramePr>
        <p:xfrm>
          <a:off x="914400" y="1143000"/>
          <a:ext cx="729297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Document" r:id="rId5" imgW="7301323" imgH="2487696" progId="Word.Document.12">
                  <p:embed/>
                </p:oleObj>
              </mc:Choice>
              <mc:Fallback>
                <p:oleObj name="Document" r:id="rId5" imgW="7301323" imgH="24876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92975" cy="247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5392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28238"/>
              </p:ext>
            </p:extLst>
          </p:nvPr>
        </p:nvGraphicFramePr>
        <p:xfrm>
          <a:off x="914400" y="685800"/>
          <a:ext cx="72929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Document" r:id="rId3" imgW="7301323" imgH="817710" progId="Word.Document.12">
                  <p:embed/>
                </p:oleObj>
              </mc:Choice>
              <mc:Fallback>
                <p:oleObj name="Document" r:id="rId3" imgW="7301323" imgH="8177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814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863455"/>
              </p:ext>
            </p:extLst>
          </p:nvPr>
        </p:nvGraphicFramePr>
        <p:xfrm>
          <a:off x="914400" y="1143000"/>
          <a:ext cx="7301323" cy="194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Document" r:id="rId5" imgW="7301323" imgH="1941836" progId="Word.Document.12">
                  <p:embed/>
                </p:oleObj>
              </mc:Choice>
              <mc:Fallback>
                <p:oleObj name="Document" r:id="rId5" imgW="7301323" imgH="1941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941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692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641543"/>
              </p:ext>
            </p:extLst>
          </p:nvPr>
        </p:nvGraphicFramePr>
        <p:xfrm>
          <a:off x="914400" y="685800"/>
          <a:ext cx="729297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Document" r:id="rId4" imgW="7301323" imgH="907726" progId="Word.Document.12">
                  <p:embed/>
                </p:oleObj>
              </mc:Choice>
              <mc:Fallback>
                <p:oleObj name="Document" r:id="rId4" imgW="7301323" imgH="9077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90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350318"/>
              </p:ext>
            </p:extLst>
          </p:nvPr>
        </p:nvGraphicFramePr>
        <p:xfrm>
          <a:off x="914400" y="1115426"/>
          <a:ext cx="7377498" cy="1170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Document" r:id="rId6" imgW="7377498" imgH="1170574" progId="Word.Document.12">
                  <p:embed/>
                </p:oleObj>
              </mc:Choice>
              <mc:Fallback>
                <p:oleObj name="Document" r:id="rId6" imgW="7377498" imgH="11705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15426"/>
                        <a:ext cx="7377498" cy="1170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3858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301150"/>
              </p:ext>
            </p:extLst>
          </p:nvPr>
        </p:nvGraphicFramePr>
        <p:xfrm>
          <a:off x="914400" y="685800"/>
          <a:ext cx="72929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Document" r:id="rId4" imgW="7301323" imgH="627235" progId="Word.Document.12">
                  <p:embed/>
                </p:oleObj>
              </mc:Choice>
              <mc:Fallback>
                <p:oleObj name="Document" r:id="rId4" imgW="7301323" imgH="627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2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155874"/>
              </p:ext>
            </p:extLst>
          </p:nvPr>
        </p:nvGraphicFramePr>
        <p:xfrm>
          <a:off x="914400" y="1137574"/>
          <a:ext cx="7377498" cy="4729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Document" r:id="rId6" imgW="7377498" imgH="4729826" progId="Word.Document.12">
                  <p:embed/>
                </p:oleObj>
              </mc:Choice>
              <mc:Fallback>
                <p:oleObj name="Document" r:id="rId6" imgW="7377498" imgH="47298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137574"/>
                        <a:ext cx="7377498" cy="4729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2091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248079"/>
              </p:ext>
            </p:extLst>
          </p:nvPr>
        </p:nvGraphicFramePr>
        <p:xfrm>
          <a:off x="914400" y="685800"/>
          <a:ext cx="729297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Document" r:id="rId3" imgW="7301323" imgH="930050" progId="Word.Document.12">
                  <p:embed/>
                </p:oleObj>
              </mc:Choice>
              <mc:Fallback>
                <p:oleObj name="Document" r:id="rId3" imgW="7301323" imgH="9300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925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859525"/>
              </p:ext>
            </p:extLst>
          </p:nvPr>
        </p:nvGraphicFramePr>
        <p:xfrm>
          <a:off x="914400" y="1081923"/>
          <a:ext cx="7377498" cy="326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Document" r:id="rId5" imgW="7377498" imgH="3261477" progId="Word.Document.12">
                  <p:embed/>
                </p:oleObj>
              </mc:Choice>
              <mc:Fallback>
                <p:oleObj name="Document" r:id="rId5" imgW="7377498" imgH="32614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1923"/>
                        <a:ext cx="7377498" cy="326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7645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260551"/>
              </p:ext>
            </p:extLst>
          </p:nvPr>
        </p:nvGraphicFramePr>
        <p:xfrm>
          <a:off x="914400" y="685800"/>
          <a:ext cx="72929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Document" r:id="rId3" imgW="7301323" imgH="627235" progId="Word.Document.12">
                  <p:embed/>
                </p:oleObj>
              </mc:Choice>
              <mc:Fallback>
                <p:oleObj name="Document" r:id="rId3" imgW="7301323" imgH="627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2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429348"/>
              </p:ext>
            </p:extLst>
          </p:nvPr>
        </p:nvGraphicFramePr>
        <p:xfrm>
          <a:off x="914400" y="1092200"/>
          <a:ext cx="7292975" cy="347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Document" r:id="rId5" imgW="7301323" imgH="3496600" progId="Word.Document.12">
                  <p:embed/>
                </p:oleObj>
              </mc:Choice>
              <mc:Fallback>
                <p:oleObj name="Document" r:id="rId5" imgW="7301323" imgH="3496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2200"/>
                        <a:ext cx="7292975" cy="347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4037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975546"/>
              </p:ext>
            </p:extLst>
          </p:nvPr>
        </p:nvGraphicFramePr>
        <p:xfrm>
          <a:off x="914400" y="685800"/>
          <a:ext cx="72929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Document" r:id="rId3" imgW="7301323" imgH="952014" progId="Word.Document.12">
                  <p:embed/>
                </p:oleObj>
              </mc:Choice>
              <mc:Fallback>
                <p:oleObj name="Document" r:id="rId3" imgW="7301323" imgH="9520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947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239000" cy="267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4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988888"/>
              </p:ext>
            </p:extLst>
          </p:nvPr>
        </p:nvGraphicFramePr>
        <p:xfrm>
          <a:off x="914400" y="685800"/>
          <a:ext cx="72929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Document" r:id="rId3" imgW="7301323" imgH="649559" progId="Word.Document.12">
                  <p:embed/>
                </p:oleObj>
              </mc:Choice>
              <mc:Fallback>
                <p:oleObj name="Document" r:id="rId3" imgW="7301323" imgH="6495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132696"/>
              </p:ext>
            </p:extLst>
          </p:nvPr>
        </p:nvGraphicFramePr>
        <p:xfrm>
          <a:off x="914400" y="1102262"/>
          <a:ext cx="7301323" cy="293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Document" r:id="rId5" imgW="7301323" imgH="2936338" progId="Word.Document.12">
                  <p:embed/>
                </p:oleObj>
              </mc:Choice>
              <mc:Fallback>
                <p:oleObj name="Document" r:id="rId5" imgW="7301323" imgH="29363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02262"/>
                        <a:ext cx="7301323" cy="2936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876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620287"/>
              </p:ext>
            </p:extLst>
          </p:nvPr>
        </p:nvGraphicFramePr>
        <p:xfrm>
          <a:off x="914400" y="685800"/>
          <a:ext cx="72929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Document" r:id="rId3" imgW="7301323" imgH="627235" progId="Word.Document.12">
                  <p:embed/>
                </p:oleObj>
              </mc:Choice>
              <mc:Fallback>
                <p:oleObj name="Document" r:id="rId3" imgW="7301323" imgH="627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2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955317"/>
              </p:ext>
            </p:extLst>
          </p:nvPr>
        </p:nvGraphicFramePr>
        <p:xfrm>
          <a:off x="914400" y="1096963"/>
          <a:ext cx="7761288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2" name="Document" r:id="rId5" imgW="7755165" imgH="2421443" progId="Word.Document.12">
                  <p:embed/>
                </p:oleObj>
              </mc:Choice>
              <mc:Fallback>
                <p:oleObj name="Document" r:id="rId5" imgW="7755165" imgH="2421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6963"/>
                        <a:ext cx="7761288" cy="2411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9958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972832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625365"/>
              </p:ext>
            </p:extLst>
          </p:nvPr>
        </p:nvGraphicFramePr>
        <p:xfrm>
          <a:off x="914399" y="1103313"/>
          <a:ext cx="7377498" cy="4461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Document" r:id="rId5" imgW="7377498" imgH="4461577" progId="Word.Document.12">
                  <p:embed/>
                </p:oleObj>
              </mc:Choice>
              <mc:Fallback>
                <p:oleObj name="Document" r:id="rId5" imgW="7377498" imgH="44615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399" y="1103313"/>
                        <a:ext cx="7377498" cy="4461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1437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081775"/>
              </p:ext>
            </p:extLst>
          </p:nvPr>
        </p:nvGraphicFramePr>
        <p:xfrm>
          <a:off x="914400" y="685800"/>
          <a:ext cx="72929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Document" r:id="rId3" imgW="7301323" imgH="638757" progId="Word.Document.12">
                  <p:embed/>
                </p:oleObj>
              </mc:Choice>
              <mc:Fallback>
                <p:oleObj name="Document" r:id="rId3" imgW="7301323" imgH="6387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36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459488"/>
              </p:ext>
            </p:extLst>
          </p:nvPr>
        </p:nvGraphicFramePr>
        <p:xfrm>
          <a:off x="914400" y="1153450"/>
          <a:ext cx="7377498" cy="387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Document" r:id="rId5" imgW="7377498" imgH="3875750" progId="Word.Document.12">
                  <p:embed/>
                </p:oleObj>
              </mc:Choice>
              <mc:Fallback>
                <p:oleObj name="Document" r:id="rId5" imgW="7377498" imgH="38757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53450"/>
                        <a:ext cx="7377498" cy="387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8645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854380"/>
              </p:ext>
            </p:extLst>
          </p:nvPr>
        </p:nvGraphicFramePr>
        <p:xfrm>
          <a:off x="914400" y="685800"/>
          <a:ext cx="7301323" cy="985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0" name="Document" r:id="rId3" imgW="7301323" imgH="985861" progId="Word.Document.12">
                  <p:embed/>
                </p:oleObj>
              </mc:Choice>
              <mc:Fallback>
                <p:oleObj name="Document" r:id="rId3" imgW="7301323" imgH="9858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985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279914"/>
              </p:ext>
            </p:extLst>
          </p:nvPr>
        </p:nvGraphicFramePr>
        <p:xfrm>
          <a:off x="914400" y="1090612"/>
          <a:ext cx="7300912" cy="409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Document" r:id="rId5" imgW="7301323" imgH="4091789" progId="Word.Document.12">
                  <p:embed/>
                </p:oleObj>
              </mc:Choice>
              <mc:Fallback>
                <p:oleObj name="Document" r:id="rId5" imgW="7301323" imgH="40917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0612"/>
                        <a:ext cx="7300912" cy="4090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9099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235126"/>
              </p:ext>
            </p:extLst>
          </p:nvPr>
        </p:nvGraphicFramePr>
        <p:xfrm>
          <a:off x="914400" y="609600"/>
          <a:ext cx="7301323" cy="919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4" name="Document" r:id="rId3" imgW="7301323" imgH="919248" progId="Word.Document.12">
                  <p:embed/>
                </p:oleObj>
              </mc:Choice>
              <mc:Fallback>
                <p:oleObj name="Document" r:id="rId3" imgW="7301323" imgH="9192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09600"/>
                        <a:ext cx="7301323" cy="919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616625"/>
              </p:ext>
            </p:extLst>
          </p:nvPr>
        </p:nvGraphicFramePr>
        <p:xfrm>
          <a:off x="914400" y="1371600"/>
          <a:ext cx="72929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5" name="Document" r:id="rId5" imgW="7301323" imgH="918528" progId="Word.Document.12">
                  <p:embed/>
                </p:oleObj>
              </mc:Choice>
              <mc:Fallback>
                <p:oleObj name="Document" r:id="rId5" imgW="7301323" imgH="9185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371600"/>
                        <a:ext cx="7292975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0488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602357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7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387741"/>
              </p:ext>
            </p:extLst>
          </p:nvPr>
        </p:nvGraphicFramePr>
        <p:xfrm>
          <a:off x="914400" y="1122363"/>
          <a:ext cx="7292975" cy="177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8" name="Document" r:id="rId5" imgW="7301323" imgH="1781606" progId="Word.Document.12">
                  <p:embed/>
                </p:oleObj>
              </mc:Choice>
              <mc:Fallback>
                <p:oleObj name="Document" r:id="rId5" imgW="7301323" imgH="17816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2363"/>
                        <a:ext cx="7292975" cy="177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743200"/>
            <a:ext cx="7239000" cy="315975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26308"/>
              </p:ext>
            </p:extLst>
          </p:nvPr>
        </p:nvGraphicFramePr>
        <p:xfrm>
          <a:off x="914400" y="3124200"/>
          <a:ext cx="7292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9" name="Document" r:id="rId8" imgW="7301323" imgH="739575" progId="Word.Document.12">
                  <p:embed/>
                </p:oleObj>
              </mc:Choice>
              <mc:Fallback>
                <p:oleObj name="Document" r:id="rId8" imgW="7301323" imgH="7395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4400" y="3124200"/>
                        <a:ext cx="7292975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733800"/>
            <a:ext cx="7239000" cy="117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87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959401"/>
              </p:ext>
            </p:extLst>
          </p:nvPr>
        </p:nvGraphicFramePr>
        <p:xfrm>
          <a:off x="914400" y="685800"/>
          <a:ext cx="72929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2" name="Document" r:id="rId3" imgW="7301323" imgH="728053" progId="Word.Document.12">
                  <p:embed/>
                </p:oleObj>
              </mc:Choice>
              <mc:Fallback>
                <p:oleObj name="Document" r:id="rId3" imgW="7301323" imgH="7280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166228"/>
              </p:ext>
            </p:extLst>
          </p:nvPr>
        </p:nvGraphicFramePr>
        <p:xfrm>
          <a:off x="914400" y="1032636"/>
          <a:ext cx="7301323" cy="3082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3" name="Document" r:id="rId5" imgW="7301323" imgH="3082164" progId="Word.Document.12">
                  <p:embed/>
                </p:oleObj>
              </mc:Choice>
              <mc:Fallback>
                <p:oleObj name="Document" r:id="rId5" imgW="7301323" imgH="3082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32636"/>
                        <a:ext cx="7301323" cy="3082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0531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513240"/>
              </p:ext>
            </p:extLst>
          </p:nvPr>
        </p:nvGraphicFramePr>
        <p:xfrm>
          <a:off x="914400" y="685800"/>
          <a:ext cx="72929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7" name="Document" r:id="rId3" imgW="7301323" imgH="481408" progId="Word.Document.12">
                  <p:embed/>
                </p:oleObj>
              </mc:Choice>
              <mc:Fallback>
                <p:oleObj name="Document" r:id="rId3" imgW="7301323" imgH="4814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937712"/>
              </p:ext>
            </p:extLst>
          </p:nvPr>
        </p:nvGraphicFramePr>
        <p:xfrm>
          <a:off x="914400" y="1066800"/>
          <a:ext cx="7301323" cy="296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8" name="Document" r:id="rId5" imgW="7301323" imgH="2963703" progId="Word.Document.12">
                  <p:embed/>
                </p:oleObj>
              </mc:Choice>
              <mc:Fallback>
                <p:oleObj name="Document" r:id="rId5" imgW="7301323" imgH="29637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2963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57949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345450"/>
              </p:ext>
            </p:extLst>
          </p:nvPr>
        </p:nvGraphicFramePr>
        <p:xfrm>
          <a:off x="914400" y="685800"/>
          <a:ext cx="72929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9" name="Document" r:id="rId3" imgW="7301323" imgH="806908" progId="Word.Document.12">
                  <p:embed/>
                </p:oleObj>
              </mc:Choice>
              <mc:Fallback>
                <p:oleObj name="Document" r:id="rId3" imgW="7301323" imgH="8069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80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519969"/>
              </p:ext>
            </p:extLst>
          </p:nvPr>
        </p:nvGraphicFramePr>
        <p:xfrm>
          <a:off x="914400" y="1087438"/>
          <a:ext cx="7292975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Document" r:id="rId5" imgW="7301323" imgH="1434143" progId="Word.Document.12">
                  <p:embed/>
                </p:oleObj>
              </mc:Choice>
              <mc:Fallback>
                <p:oleObj name="Document" r:id="rId5" imgW="7301323" imgH="1434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7438"/>
                        <a:ext cx="7292975" cy="1427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512060"/>
            <a:ext cx="7239000" cy="427656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467977"/>
              </p:ext>
            </p:extLst>
          </p:nvPr>
        </p:nvGraphicFramePr>
        <p:xfrm>
          <a:off x="914400" y="3048000"/>
          <a:ext cx="7301323" cy="62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Document" r:id="rId8" imgW="7301323" imgH="627235" progId="Word.Document.12">
                  <p:embed/>
                </p:oleObj>
              </mc:Choice>
              <mc:Fallback>
                <p:oleObj name="Document" r:id="rId8" imgW="7301323" imgH="627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4400" y="3048000"/>
                        <a:ext cx="7301323" cy="627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657600"/>
            <a:ext cx="7239000" cy="116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0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197072"/>
              </p:ext>
            </p:extLst>
          </p:nvPr>
        </p:nvGraphicFramePr>
        <p:xfrm>
          <a:off x="914400" y="685800"/>
          <a:ext cx="7292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4" name="Document" r:id="rId3" imgW="7301323" imgH="436400" progId="Word.Document.12">
                  <p:embed/>
                </p:oleObj>
              </mc:Choice>
              <mc:Fallback>
                <p:oleObj name="Document" r:id="rId3" imgW="7301323" imgH="436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729948"/>
              </p:ext>
            </p:extLst>
          </p:nvPr>
        </p:nvGraphicFramePr>
        <p:xfrm>
          <a:off x="914400" y="1143000"/>
          <a:ext cx="7301323" cy="3491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Document" r:id="rId5" imgW="7301323" imgH="3491919" progId="Word.Document.12">
                  <p:embed/>
                </p:oleObj>
              </mc:Choice>
              <mc:Fallback>
                <p:oleObj name="Document" r:id="rId5" imgW="7301323" imgH="34919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491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6179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774297"/>
              </p:ext>
            </p:extLst>
          </p:nvPr>
        </p:nvGraphicFramePr>
        <p:xfrm>
          <a:off x="914400" y="685800"/>
          <a:ext cx="72929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8" name="Document" r:id="rId3" imgW="7301323" imgH="672243" progId="Word.Document.12">
                  <p:embed/>
                </p:oleObj>
              </mc:Choice>
              <mc:Fallback>
                <p:oleObj name="Document" r:id="rId3" imgW="7301323" imgH="6722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390512"/>
              </p:ext>
            </p:extLst>
          </p:nvPr>
        </p:nvGraphicFramePr>
        <p:xfrm>
          <a:off x="914400" y="1131888"/>
          <a:ext cx="7301323" cy="1624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9" name="Document" r:id="rId5" imgW="7301323" imgH="1624257" progId="Word.Document.12">
                  <p:embed/>
                </p:oleObj>
              </mc:Choice>
              <mc:Fallback>
                <p:oleObj name="Document" r:id="rId5" imgW="7301323" imgH="16242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31888"/>
                        <a:ext cx="7301323" cy="1624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7839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096504"/>
              </p:ext>
            </p:extLst>
          </p:nvPr>
        </p:nvGraphicFramePr>
        <p:xfrm>
          <a:off x="914400" y="685800"/>
          <a:ext cx="72929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3" name="Document" r:id="rId3" imgW="7301323" imgH="593749" progId="Word.Document.12">
                  <p:embed/>
                </p:oleObj>
              </mc:Choice>
              <mc:Fallback>
                <p:oleObj name="Document" r:id="rId3" imgW="7301323" imgH="5937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92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60" y="1115695"/>
            <a:ext cx="7305675" cy="208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582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777812"/>
              </p:ext>
            </p:extLst>
          </p:nvPr>
        </p:nvGraphicFramePr>
        <p:xfrm>
          <a:off x="914400" y="685800"/>
          <a:ext cx="729297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8" name="Document" r:id="rId3" imgW="7301323" imgH="683045" progId="Word.Document.12">
                  <p:embed/>
                </p:oleObj>
              </mc:Choice>
              <mc:Fallback>
                <p:oleObj name="Document" r:id="rId3" imgW="7301323" imgH="6830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81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03630"/>
            <a:ext cx="7315200" cy="29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077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84982"/>
              </p:ext>
            </p:extLst>
          </p:nvPr>
        </p:nvGraphicFramePr>
        <p:xfrm>
          <a:off x="914400" y="685800"/>
          <a:ext cx="72929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1" name="Document" r:id="rId3" imgW="7301323" imgH="672243" progId="Word.Document.12">
                  <p:embed/>
                </p:oleObj>
              </mc:Choice>
              <mc:Fallback>
                <p:oleObj name="Document" r:id="rId3" imgW="7301323" imgH="6722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46" y="1143000"/>
            <a:ext cx="7342505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01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028829"/>
              </p:ext>
            </p:extLst>
          </p:nvPr>
        </p:nvGraphicFramePr>
        <p:xfrm>
          <a:off x="914400" y="685800"/>
          <a:ext cx="72929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4" name="Document" r:id="rId3" imgW="7301323" imgH="604911" progId="Word.Document.12">
                  <p:embed/>
                </p:oleObj>
              </mc:Choice>
              <mc:Fallback>
                <p:oleObj name="Document" r:id="rId3" imgW="7301323" imgH="60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045547"/>
              </p:ext>
            </p:extLst>
          </p:nvPr>
        </p:nvGraphicFramePr>
        <p:xfrm>
          <a:off x="914400" y="1136650"/>
          <a:ext cx="7300912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5" name="Document" r:id="rId5" imgW="7301323" imgH="3512083" progId="Word.Document.12">
                  <p:embed/>
                </p:oleObj>
              </mc:Choice>
              <mc:Fallback>
                <p:oleObj name="Document" r:id="rId5" imgW="7301323" imgH="35120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36650"/>
                        <a:ext cx="7300912" cy="351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46910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818446"/>
              </p:ext>
            </p:extLst>
          </p:nvPr>
        </p:nvGraphicFramePr>
        <p:xfrm>
          <a:off x="914400" y="685800"/>
          <a:ext cx="72929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8" name="Document" r:id="rId3" imgW="7301323" imgH="896204" progId="Word.Document.12">
                  <p:embed/>
                </p:oleObj>
              </mc:Choice>
              <mc:Fallback>
                <p:oleObj name="Document" r:id="rId3" imgW="7301323" imgH="8962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81665"/>
              </p:ext>
            </p:extLst>
          </p:nvPr>
        </p:nvGraphicFramePr>
        <p:xfrm>
          <a:off x="914400" y="1143000"/>
          <a:ext cx="7829550" cy="469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9" name="Document" r:id="rId5" imgW="7823607" imgH="4717224" progId="Word.Document.12">
                  <p:embed/>
                </p:oleObj>
              </mc:Choice>
              <mc:Fallback>
                <p:oleObj name="Document" r:id="rId5" imgW="7823607" imgH="47172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829550" cy="4697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7090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319435"/>
              </p:ext>
            </p:extLst>
          </p:nvPr>
        </p:nvGraphicFramePr>
        <p:xfrm>
          <a:off x="914400" y="685800"/>
          <a:ext cx="7292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2" name="Document" r:id="rId3" imgW="7301323" imgH="459084" progId="Word.Document.12">
                  <p:embed/>
                </p:oleObj>
              </mc:Choice>
              <mc:Fallback>
                <p:oleObj name="Document" r:id="rId3" imgW="7301323" imgH="4590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062147"/>
              </p:ext>
            </p:extLst>
          </p:nvPr>
        </p:nvGraphicFramePr>
        <p:xfrm>
          <a:off x="914400" y="1143000"/>
          <a:ext cx="7301323" cy="4236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3" name="Document" r:id="rId5" imgW="7301323" imgH="4236176" progId="Word.Document.12">
                  <p:embed/>
                </p:oleObj>
              </mc:Choice>
              <mc:Fallback>
                <p:oleObj name="Document" r:id="rId5" imgW="7301323" imgH="42361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4236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7616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376894"/>
              </p:ext>
            </p:extLst>
          </p:nvPr>
        </p:nvGraphicFramePr>
        <p:xfrm>
          <a:off x="914400" y="685800"/>
          <a:ext cx="7301323" cy="57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6" name="Document" r:id="rId3" imgW="7301323" imgH="571425" progId="Word.Document.12">
                  <p:embed/>
                </p:oleObj>
              </mc:Choice>
              <mc:Fallback>
                <p:oleObj name="Document" r:id="rId3" imgW="7301323" imgH="5714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71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272121"/>
              </p:ext>
            </p:extLst>
          </p:nvPr>
        </p:nvGraphicFramePr>
        <p:xfrm>
          <a:off x="914400" y="1135062"/>
          <a:ext cx="7292975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Document" r:id="rId5" imgW="7301323" imgH="2610838" progId="Word.Document.12">
                  <p:embed/>
                </p:oleObj>
              </mc:Choice>
              <mc:Fallback>
                <p:oleObj name="Document" r:id="rId5" imgW="7301323" imgH="26108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35062"/>
                        <a:ext cx="7292975" cy="2598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22422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58913"/>
              </p:ext>
            </p:extLst>
          </p:nvPr>
        </p:nvGraphicFramePr>
        <p:xfrm>
          <a:off x="914400" y="685800"/>
          <a:ext cx="72929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0" name="Document" r:id="rId3" imgW="7301323" imgH="761900" progId="Word.Document.12">
                  <p:embed/>
                </p:oleObj>
              </mc:Choice>
              <mc:Fallback>
                <p:oleObj name="Document" r:id="rId3" imgW="7301323" imgH="7619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5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199598"/>
              </p:ext>
            </p:extLst>
          </p:nvPr>
        </p:nvGraphicFramePr>
        <p:xfrm>
          <a:off x="914400" y="1143000"/>
          <a:ext cx="7292975" cy="307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1" name="Document" r:id="rId5" imgW="7301323" imgH="3092966" progId="Word.Document.12">
                  <p:embed/>
                </p:oleObj>
              </mc:Choice>
              <mc:Fallback>
                <p:oleObj name="Document" r:id="rId5" imgW="7301323" imgH="30929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92975" cy="307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2299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067717"/>
              </p:ext>
            </p:extLst>
          </p:nvPr>
        </p:nvGraphicFramePr>
        <p:xfrm>
          <a:off x="914400" y="685800"/>
          <a:ext cx="72929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4" name="Document" r:id="rId3" imgW="7301323" imgH="604911" progId="Word.Document.12">
                  <p:embed/>
                </p:oleObj>
              </mc:Choice>
              <mc:Fallback>
                <p:oleObj name="Document" r:id="rId3" imgW="7301323" imgH="60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992821"/>
              </p:ext>
            </p:extLst>
          </p:nvPr>
        </p:nvGraphicFramePr>
        <p:xfrm>
          <a:off x="914400" y="1143000"/>
          <a:ext cx="7704138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5" name="Document" r:id="rId5" imgW="7713881" imgH="3442950" progId="Word.Document.12">
                  <p:embed/>
                </p:oleObj>
              </mc:Choice>
              <mc:Fallback>
                <p:oleObj name="Document" r:id="rId5" imgW="7713881" imgH="34429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704138" cy="342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9922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963131"/>
              </p:ext>
            </p:extLst>
          </p:nvPr>
        </p:nvGraphicFramePr>
        <p:xfrm>
          <a:off x="914400" y="685800"/>
          <a:ext cx="72929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8" name="Document" r:id="rId3" imgW="7301323" imgH="559903" progId="Word.Document.12">
                  <p:embed/>
                </p:oleObj>
              </mc:Choice>
              <mc:Fallback>
                <p:oleObj name="Document" r:id="rId3" imgW="7301323" imgH="5599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419918"/>
              </p:ext>
            </p:extLst>
          </p:nvPr>
        </p:nvGraphicFramePr>
        <p:xfrm>
          <a:off x="914400" y="1120775"/>
          <a:ext cx="7292975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9" name="Document" r:id="rId5" imgW="7301323" imgH="2778989" progId="Word.Document.12">
                  <p:embed/>
                </p:oleObj>
              </mc:Choice>
              <mc:Fallback>
                <p:oleObj name="Document" r:id="rId5" imgW="7301323" imgH="27789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0775"/>
                        <a:ext cx="7292975" cy="276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71185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023006"/>
              </p:ext>
            </p:extLst>
          </p:nvPr>
        </p:nvGraphicFramePr>
        <p:xfrm>
          <a:off x="914400" y="685800"/>
          <a:ext cx="72929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2" name="Document" r:id="rId3" imgW="7301323" imgH="694567" progId="Word.Document.12">
                  <p:embed/>
                </p:oleObj>
              </mc:Choice>
              <mc:Fallback>
                <p:oleObj name="Document" r:id="rId3" imgW="7301323" imgH="694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439218"/>
              </p:ext>
            </p:extLst>
          </p:nvPr>
        </p:nvGraphicFramePr>
        <p:xfrm>
          <a:off x="914400" y="1149350"/>
          <a:ext cx="7437438" cy="469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3" name="Document" r:id="rId5" imgW="7435210" imgH="4717944" progId="Word.Document.12">
                  <p:embed/>
                </p:oleObj>
              </mc:Choice>
              <mc:Fallback>
                <p:oleObj name="Document" r:id="rId5" imgW="7435210" imgH="47179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9350"/>
                        <a:ext cx="7437438" cy="469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09109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685323"/>
              </p:ext>
            </p:extLst>
          </p:nvPr>
        </p:nvGraphicFramePr>
        <p:xfrm>
          <a:off x="914400" y="685800"/>
          <a:ext cx="7301323" cy="57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6" name="Document" r:id="rId3" imgW="7301323" imgH="571425" progId="Word.Document.12">
                  <p:embed/>
                </p:oleObj>
              </mc:Choice>
              <mc:Fallback>
                <p:oleObj name="Document" r:id="rId3" imgW="7301323" imgH="5714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71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584726"/>
              </p:ext>
            </p:extLst>
          </p:nvPr>
        </p:nvGraphicFramePr>
        <p:xfrm>
          <a:off x="914400" y="1145889"/>
          <a:ext cx="7301323" cy="3883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7" name="Document" r:id="rId5" imgW="7301323" imgH="3883311" progId="Word.Document.12">
                  <p:embed/>
                </p:oleObj>
              </mc:Choice>
              <mc:Fallback>
                <p:oleObj name="Document" r:id="rId5" imgW="7301323" imgH="3883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5889"/>
                        <a:ext cx="7301323" cy="38833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95411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724605"/>
              </p:ext>
            </p:extLst>
          </p:nvPr>
        </p:nvGraphicFramePr>
        <p:xfrm>
          <a:off x="914400" y="685800"/>
          <a:ext cx="72929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0" name="Document" r:id="rId3" imgW="7301323" imgH="661081" progId="Word.Document.12">
                  <p:embed/>
                </p:oleObj>
              </mc:Choice>
              <mc:Fallback>
                <p:oleObj name="Document" r:id="rId3" imgW="7301323" imgH="661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58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921348"/>
              </p:ext>
            </p:extLst>
          </p:nvPr>
        </p:nvGraphicFramePr>
        <p:xfrm>
          <a:off x="914400" y="1143000"/>
          <a:ext cx="7301323" cy="4751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1" name="Document" r:id="rId5" imgW="7301323" imgH="4751790" progId="Word.Document.12">
                  <p:embed/>
                </p:oleObj>
              </mc:Choice>
              <mc:Fallback>
                <p:oleObj name="Document" r:id="rId5" imgW="7301323" imgH="47517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4751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06569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965858"/>
              </p:ext>
            </p:extLst>
          </p:nvPr>
        </p:nvGraphicFramePr>
        <p:xfrm>
          <a:off x="914400" y="685800"/>
          <a:ext cx="72929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4" name="Document" r:id="rId3" imgW="7301323" imgH="728053" progId="Word.Document.12">
                  <p:embed/>
                </p:oleObj>
              </mc:Choice>
              <mc:Fallback>
                <p:oleObj name="Document" r:id="rId3" imgW="7301323" imgH="7280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101755"/>
              </p:ext>
            </p:extLst>
          </p:nvPr>
        </p:nvGraphicFramePr>
        <p:xfrm>
          <a:off x="914400" y="1143000"/>
          <a:ext cx="7301323" cy="3373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5" name="Document" r:id="rId5" imgW="7301323" imgH="3373098" progId="Word.Document.12">
                  <p:embed/>
                </p:oleObj>
              </mc:Choice>
              <mc:Fallback>
                <p:oleObj name="Document" r:id="rId5" imgW="7301323" imgH="3373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373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8009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137887"/>
              </p:ext>
            </p:extLst>
          </p:nvPr>
        </p:nvGraphicFramePr>
        <p:xfrm>
          <a:off x="914400" y="685800"/>
          <a:ext cx="72929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6" name="Document" r:id="rId3" imgW="7301323" imgH="649559" progId="Word.Document.12">
                  <p:embed/>
                </p:oleObj>
              </mc:Choice>
              <mc:Fallback>
                <p:oleObj name="Document" r:id="rId3" imgW="7301323" imgH="6495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595561"/>
              </p:ext>
            </p:extLst>
          </p:nvPr>
        </p:nvGraphicFramePr>
        <p:xfrm>
          <a:off x="914400" y="1146175"/>
          <a:ext cx="7292975" cy="395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7" name="Document" r:id="rId5" imgW="7301323" imgH="3978369" progId="Word.Document.12">
                  <p:embed/>
                </p:oleObj>
              </mc:Choice>
              <mc:Fallback>
                <p:oleObj name="Document" r:id="rId5" imgW="7301323" imgH="39783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292975" cy="395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535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381650"/>
              </p:ext>
            </p:extLst>
          </p:nvPr>
        </p:nvGraphicFramePr>
        <p:xfrm>
          <a:off x="914400" y="685800"/>
          <a:ext cx="72929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0" name="Document" r:id="rId3" imgW="7301323" imgH="616073" progId="Word.Document.12">
                  <p:embed/>
                </p:oleObj>
              </mc:Choice>
              <mc:Fallback>
                <p:oleObj name="Document" r:id="rId3" imgW="7301323" imgH="6160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701737"/>
              </p:ext>
            </p:extLst>
          </p:nvPr>
        </p:nvGraphicFramePr>
        <p:xfrm>
          <a:off x="914400" y="1143000"/>
          <a:ext cx="7292975" cy="414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1" name="Document" r:id="rId5" imgW="7301323" imgH="4168843" progId="Word.Document.12">
                  <p:embed/>
                </p:oleObj>
              </mc:Choice>
              <mc:Fallback>
                <p:oleObj name="Document" r:id="rId5" imgW="7301323" imgH="41688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92975" cy="414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45483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364915"/>
              </p:ext>
            </p:extLst>
          </p:nvPr>
        </p:nvGraphicFramePr>
        <p:xfrm>
          <a:off x="914400" y="685800"/>
          <a:ext cx="72929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4" name="Document" r:id="rId3" imgW="7301323" imgH="559903" progId="Word.Document.12">
                  <p:embed/>
                </p:oleObj>
              </mc:Choice>
              <mc:Fallback>
                <p:oleObj name="Document" r:id="rId3" imgW="7301323" imgH="5599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29675"/>
              </p:ext>
            </p:extLst>
          </p:nvPr>
        </p:nvGraphicFramePr>
        <p:xfrm>
          <a:off x="914400" y="1143000"/>
          <a:ext cx="7680325" cy="357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5" name="Document" r:id="rId5" imgW="7669219" imgH="3592378" progId="Word.Document.12">
                  <p:embed/>
                </p:oleObj>
              </mc:Choice>
              <mc:Fallback>
                <p:oleObj name="Document" r:id="rId5" imgW="7669219" imgH="35923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680325" cy="357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7440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980106"/>
              </p:ext>
            </p:extLst>
          </p:nvPr>
        </p:nvGraphicFramePr>
        <p:xfrm>
          <a:off x="914400" y="685800"/>
          <a:ext cx="72929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8" name="Document" r:id="rId3" imgW="7301323" imgH="661081" progId="Word.Document.12">
                  <p:embed/>
                </p:oleObj>
              </mc:Choice>
              <mc:Fallback>
                <p:oleObj name="Document" r:id="rId3" imgW="7301323" imgH="661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58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257326"/>
              </p:ext>
            </p:extLst>
          </p:nvPr>
        </p:nvGraphicFramePr>
        <p:xfrm>
          <a:off x="914400" y="1143000"/>
          <a:ext cx="7292975" cy="40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9" name="Document" r:id="rId5" imgW="7301323" imgH="4023377" progId="Word.Document.12">
                  <p:embed/>
                </p:oleObj>
              </mc:Choice>
              <mc:Fallback>
                <p:oleObj name="Document" r:id="rId5" imgW="7301323" imgH="40233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92975" cy="400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2592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555123"/>
              </p:ext>
            </p:extLst>
          </p:nvPr>
        </p:nvGraphicFramePr>
        <p:xfrm>
          <a:off x="914400" y="685800"/>
          <a:ext cx="72929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2" name="Document" r:id="rId3" imgW="7301323" imgH="705729" progId="Word.Document.12">
                  <p:embed/>
                </p:oleObj>
              </mc:Choice>
              <mc:Fallback>
                <p:oleObj name="Document" r:id="rId3" imgW="7301323" imgH="7057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0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713176"/>
              </p:ext>
            </p:extLst>
          </p:nvPr>
        </p:nvGraphicFramePr>
        <p:xfrm>
          <a:off x="914400" y="1143000"/>
          <a:ext cx="7669212" cy="345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3" name="Document" r:id="rId5" imgW="7685346" imgH="3465995" progId="Word.Document.12">
                  <p:embed/>
                </p:oleObj>
              </mc:Choice>
              <mc:Fallback>
                <p:oleObj name="Document" r:id="rId5" imgW="7685346" imgH="34659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669212" cy="345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780039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with title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1428</Words>
  <Application>Microsoft Office PowerPoint</Application>
  <PresentationFormat>On-screen Show (4:3)</PresentationFormat>
  <Paragraphs>243</Paragraphs>
  <Slides>56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Arial Narrow</vt:lpstr>
      <vt:lpstr>Times New Roman</vt:lpstr>
      <vt:lpstr>Slide with title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Mike Murach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>cong tran</cp:lastModifiedBy>
  <cp:revision>66</cp:revision>
  <dcterms:created xsi:type="dcterms:W3CDTF">2010-11-30T18:46:51Z</dcterms:created>
  <dcterms:modified xsi:type="dcterms:W3CDTF">2022-03-22T01:12:34Z</dcterms:modified>
</cp:coreProperties>
</file>