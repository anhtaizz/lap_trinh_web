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37"/>
  </p:notesMasterIdLst>
  <p:handoutMasterIdLst>
    <p:handoutMasterId r:id="rId38"/>
  </p:handoutMasterIdLst>
  <p:sldIdLst>
    <p:sldId id="323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357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15" autoAdjust="0"/>
    <p:restoredTop sz="86452" autoAdjust="0"/>
  </p:normalViewPr>
  <p:slideViewPr>
    <p:cSldViewPr>
      <p:cViewPr varScale="1">
        <p:scale>
          <a:sx n="91" d="100"/>
          <a:sy n="91" d="100"/>
        </p:scale>
        <p:origin x="170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image" Target="../media/image6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3/8/2022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JavaBeans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file java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thuần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73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JSP </a:t>
            </a:r>
            <a:r>
              <a:rPr lang="en-US" dirty="0" err="1"/>
              <a:t>và</a:t>
            </a:r>
            <a:r>
              <a:rPr lang="en-US" dirty="0"/>
              <a:t> EL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user first name, last name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.</a:t>
            </a:r>
          </a:p>
          <a:p>
            <a:r>
              <a:rPr lang="en-US" dirty="0" err="1"/>
              <a:t>Buổi</a:t>
            </a:r>
            <a:r>
              <a:rPr lang="en-US" dirty="0"/>
              <a:t> nay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EL.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JSTL </a:t>
            </a:r>
            <a:r>
              <a:rPr lang="en-US" dirty="0" err="1"/>
              <a:t>thẻ</a:t>
            </a:r>
            <a:r>
              <a:rPr lang="en-US" dirty="0"/>
              <a:t> </a:t>
            </a:r>
            <a:r>
              <a:rPr lang="en-US" dirty="0" err="1"/>
              <a:t>nữa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JAVA,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EL </a:t>
            </a:r>
            <a:r>
              <a:rPr lang="en-US" dirty="0" err="1"/>
              <a:t>và</a:t>
            </a:r>
            <a:r>
              <a:rPr lang="en-US" dirty="0"/>
              <a:t> tags </a:t>
            </a:r>
            <a:r>
              <a:rPr lang="en-US" dirty="0" err="1"/>
              <a:t>của</a:t>
            </a:r>
            <a:r>
              <a:rPr lang="en-US" dirty="0"/>
              <a:t> JSP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64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user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thẳng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CSDL.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trăm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,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1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,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Java Bean</a:t>
            </a:r>
          </a:p>
          <a:p>
            <a:r>
              <a:rPr lang="en-US" dirty="0"/>
              <a:t>Bean </a:t>
            </a:r>
            <a:r>
              <a:rPr lang="en-US" dirty="0" err="1"/>
              <a:t>tiếng</a:t>
            </a:r>
            <a:r>
              <a:rPr lang="en-US" dirty="0"/>
              <a:t> </a:t>
            </a:r>
            <a:r>
              <a:rPr lang="en-US" dirty="0" err="1"/>
              <a:t>anh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 </a:t>
            </a:r>
            <a:r>
              <a:rPr lang="en-US" dirty="0" err="1"/>
              <a:t>Hạt</a:t>
            </a:r>
            <a:r>
              <a:rPr lang="en-US" dirty="0"/>
              <a:t> </a:t>
            </a:r>
            <a:r>
              <a:rPr lang="en-US" dirty="0" err="1"/>
              <a:t>đậu</a:t>
            </a:r>
            <a:r>
              <a:rPr lang="en-US" dirty="0"/>
              <a:t>?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1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.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hay server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ko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code.</a:t>
            </a:r>
          </a:p>
          <a:p>
            <a:pPr marL="228600" indent="-228600">
              <a:buAutoNum type="arabicPeriod"/>
            </a:pPr>
            <a:r>
              <a:rPr lang="en-US" dirty="0" err="1"/>
              <a:t>Cần</a:t>
            </a:r>
            <a:r>
              <a:rPr lang="en-US" dirty="0"/>
              <a:t> implements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Serializable.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Serializable?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object?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. Interface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.</a:t>
            </a:r>
          </a:p>
          <a:p>
            <a:pPr marL="228600" indent="-228600">
              <a:buAutoNum type="arabicPeriod"/>
            </a:pPr>
            <a:r>
              <a:rPr lang="en-US" dirty="0"/>
              <a:t>Set user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attribute </a:t>
            </a:r>
            <a:r>
              <a:rPr lang="en-US" dirty="0" err="1"/>
              <a:t>của</a:t>
            </a:r>
            <a:r>
              <a:rPr lang="en-US" dirty="0"/>
              <a:t> request.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serializable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request and get.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load </a:t>
            </a:r>
            <a:r>
              <a:rPr lang="en-US" dirty="0" err="1"/>
              <a:t>lại</a:t>
            </a:r>
            <a:r>
              <a:rPr lang="en-US" dirty="0"/>
              <a:t> object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view sang controller</a:t>
            </a:r>
          </a:p>
          <a:p>
            <a:pPr marL="228600" indent="-228600">
              <a:buAutoNum type="arabicPeriod"/>
            </a:pP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Java.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41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luân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file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JavaBean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4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55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servlet sang view,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,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JSP </a:t>
            </a:r>
            <a:r>
              <a:rPr lang="en-US" dirty="0" err="1"/>
              <a:t>lại</a:t>
            </a:r>
            <a:r>
              <a:rPr lang="en-US" dirty="0"/>
              <a:t> ko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?</a:t>
            </a:r>
          </a:p>
          <a:p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scope request.</a:t>
            </a:r>
          </a:p>
          <a:p>
            <a:r>
              <a:rPr lang="en-US" dirty="0"/>
              <a:t>4 scope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. App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sess</a:t>
            </a:r>
            <a:r>
              <a:rPr lang="en-US" dirty="0"/>
              <a:t>, </a:t>
            </a:r>
            <a:r>
              <a:rPr lang="en-US" dirty="0" err="1"/>
              <a:t>sess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request…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5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EL </a:t>
            </a:r>
            <a:r>
              <a:rPr lang="en-US" dirty="0" err="1"/>
              <a:t>thì</a:t>
            </a:r>
            <a:r>
              <a:rPr lang="en-US" dirty="0"/>
              <a:t> ko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, </a:t>
            </a:r>
            <a:r>
              <a:rPr lang="en-US" dirty="0" err="1"/>
              <a:t>rẽ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, </a:t>
            </a:r>
            <a:r>
              <a:rPr lang="en-US" dirty="0" err="1"/>
              <a:t>lặp</a:t>
            </a:r>
            <a:endParaRPr lang="en-US" dirty="0"/>
          </a:p>
          <a:p>
            <a:r>
              <a:rPr lang="en-US" dirty="0"/>
              <a:t>JSTL: </a:t>
            </a:r>
            <a:r>
              <a:rPr lang="en-US" dirty="0" err="1"/>
              <a:t>thẻ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endParaRPr lang="en-US" dirty="0"/>
          </a:p>
          <a:p>
            <a:r>
              <a:rPr lang="en-US" dirty="0" err="1"/>
              <a:t>Netbean</a:t>
            </a:r>
            <a:r>
              <a:rPr lang="en-US" dirty="0"/>
              <a:t>: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add </a:t>
            </a:r>
            <a:r>
              <a:rPr lang="en-US" dirty="0" err="1"/>
              <a:t>trong</a:t>
            </a:r>
            <a:r>
              <a:rPr lang="en-US" dirty="0"/>
              <a:t> libraries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61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Nếu</a:t>
            </a:r>
            <a:r>
              <a:rPr lang="en-US" dirty="0"/>
              <a:t> test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mãn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html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hiên</a:t>
            </a:r>
            <a:r>
              <a:rPr lang="en-US" dirty="0"/>
              <a:t> </a:t>
            </a:r>
            <a:r>
              <a:rPr lang="en-US" dirty="0" err="1"/>
              <a:t>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06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33CC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8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600" b="1" i="0" baseline="0">
                <a:solidFill>
                  <a:srgbClr val="0033CC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70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762000" y="6248400"/>
            <a:ext cx="1981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2895600" y="6248400"/>
            <a:ext cx="3352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900"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package" Target="../embeddings/Microsoft_Word_Document2.docx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Document1.doc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package" Target="../embeddings/Microsoft_Word_Document4.docx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Document3.doc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package" Target="../embeddings/Microsoft_Word_Document6.docx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Document5.doc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emf"/><Relationship Id="rId5" Type="http://schemas.openxmlformats.org/officeDocument/2006/relationships/package" Target="../embeddings/Microsoft_Word_Document8.docx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package" Target="../embeddings/Microsoft_Word_Document10.docx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Document9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Document12.docx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package" Target="../embeddings/Microsoft_Word_Document14.docx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Document13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package" Target="../embeddings/Microsoft_Word_Document16.docx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Document15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Word_Document18.docx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notesSlide" Target="../notesSlides/notesSlide7.xml"/><Relationship Id="rId7" Type="http://schemas.openxmlformats.org/officeDocument/2006/relationships/package" Target="../embeddings/Microsoft_Word_Document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2.png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Document19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package" Target="../embeddings/Microsoft_Word_Document22.docx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Document21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6.emf"/><Relationship Id="rId5" Type="http://schemas.openxmlformats.org/officeDocument/2006/relationships/package" Target="../embeddings/Microsoft_Word_Document24.docx"/><Relationship Id="rId4" Type="http://schemas.openxmlformats.org/officeDocument/2006/relationships/image" Target="../media/image2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8.emf"/><Relationship Id="rId5" Type="http://schemas.openxmlformats.org/officeDocument/2006/relationships/package" Target="../embeddings/Microsoft_Word_Document26.docx"/><Relationship Id="rId4" Type="http://schemas.openxmlformats.org/officeDocument/2006/relationships/image" Target="../media/image2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Word_Document28.docx"/><Relationship Id="rId4" Type="http://schemas.openxmlformats.org/officeDocument/2006/relationships/image" Target="../media/image2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2.emf"/><Relationship Id="rId5" Type="http://schemas.openxmlformats.org/officeDocument/2006/relationships/package" Target="../embeddings/Microsoft_Word_Document30.docx"/><Relationship Id="rId4" Type="http://schemas.openxmlformats.org/officeDocument/2006/relationships/image" Target="../media/image3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4.emf"/><Relationship Id="rId5" Type="http://schemas.openxmlformats.org/officeDocument/2006/relationships/package" Target="../embeddings/Microsoft_Word_Document32.docx"/><Relationship Id="rId4" Type="http://schemas.openxmlformats.org/officeDocument/2006/relationships/image" Target="../media/image3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6.emf"/><Relationship Id="rId5" Type="http://schemas.openxmlformats.org/officeDocument/2006/relationships/package" Target="../embeddings/Microsoft_Word_Document34.docx"/><Relationship Id="rId4" Type="http://schemas.openxmlformats.org/officeDocument/2006/relationships/image" Target="../media/image3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8.emf"/><Relationship Id="rId5" Type="http://schemas.openxmlformats.org/officeDocument/2006/relationships/package" Target="../embeddings/Microsoft_Word_Document36.docx"/><Relationship Id="rId4" Type="http://schemas.openxmlformats.org/officeDocument/2006/relationships/image" Target="../media/image3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0.emf"/><Relationship Id="rId5" Type="http://schemas.openxmlformats.org/officeDocument/2006/relationships/package" Target="../embeddings/Microsoft_Word_Document38.docx"/><Relationship Id="rId4" Type="http://schemas.openxmlformats.org/officeDocument/2006/relationships/image" Target="../media/image3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2.emf"/><Relationship Id="rId5" Type="http://schemas.openxmlformats.org/officeDocument/2006/relationships/package" Target="../embeddings/Microsoft_Word_Document40.docx"/><Relationship Id="rId4" Type="http://schemas.openxmlformats.org/officeDocument/2006/relationships/image" Target="../media/image41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44.emf"/><Relationship Id="rId5" Type="http://schemas.openxmlformats.org/officeDocument/2006/relationships/package" Target="../embeddings/Microsoft_Word_Document42.docx"/><Relationship Id="rId4" Type="http://schemas.openxmlformats.org/officeDocument/2006/relationships/image" Target="../media/image4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6.emf"/><Relationship Id="rId5" Type="http://schemas.openxmlformats.org/officeDocument/2006/relationships/package" Target="../embeddings/Microsoft_Word_Document44.docx"/><Relationship Id="rId4" Type="http://schemas.openxmlformats.org/officeDocument/2006/relationships/image" Target="../media/image4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8.emf"/><Relationship Id="rId5" Type="http://schemas.openxmlformats.org/officeDocument/2006/relationships/package" Target="../embeddings/Microsoft_Word_Document46.docx"/><Relationship Id="rId4" Type="http://schemas.openxmlformats.org/officeDocument/2006/relationships/image" Target="../media/image47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50.emf"/><Relationship Id="rId5" Type="http://schemas.openxmlformats.org/officeDocument/2006/relationships/package" Target="../embeddings/Microsoft_Word_Document48.docx"/><Relationship Id="rId4" Type="http://schemas.openxmlformats.org/officeDocument/2006/relationships/image" Target="../media/image4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2.emf"/><Relationship Id="rId5" Type="http://schemas.openxmlformats.org/officeDocument/2006/relationships/package" Target="../embeddings/Microsoft_Word_Document50.docx"/><Relationship Id="rId4" Type="http://schemas.openxmlformats.org/officeDocument/2006/relationships/image" Target="../media/image5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54.emf"/><Relationship Id="rId5" Type="http://schemas.openxmlformats.org/officeDocument/2006/relationships/package" Target="../embeddings/Microsoft_Word_Document52.docx"/><Relationship Id="rId4" Type="http://schemas.openxmlformats.org/officeDocument/2006/relationships/image" Target="../media/image5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56.emf"/><Relationship Id="rId5" Type="http://schemas.openxmlformats.org/officeDocument/2006/relationships/package" Target="../embeddings/Microsoft_Word_Document54.docx"/><Relationship Id="rId4" Type="http://schemas.openxmlformats.org/officeDocument/2006/relationships/image" Target="../media/image5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58.png"/><Relationship Id="rId4" Type="http://schemas.openxmlformats.org/officeDocument/2006/relationships/image" Target="../media/image57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60.png"/><Relationship Id="rId4" Type="http://schemas.openxmlformats.org/officeDocument/2006/relationships/image" Target="../media/image5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62.emf"/><Relationship Id="rId5" Type="http://schemas.openxmlformats.org/officeDocument/2006/relationships/package" Target="../embeddings/Microsoft_Word_Document58.docx"/><Relationship Id="rId4" Type="http://schemas.openxmlformats.org/officeDocument/2006/relationships/image" Target="../media/image6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64.emf"/><Relationship Id="rId5" Type="http://schemas.openxmlformats.org/officeDocument/2006/relationships/package" Target="../embeddings/Microsoft_Word_Document60.docx"/><Relationship Id="rId4" Type="http://schemas.openxmlformats.org/officeDocument/2006/relationships/image" Target="../media/image63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66.emf"/><Relationship Id="rId5" Type="http://schemas.openxmlformats.org/officeDocument/2006/relationships/package" Target="../embeddings/Microsoft_Word_Document62.docx"/><Relationship Id="rId4" Type="http://schemas.openxmlformats.org/officeDocument/2006/relationships/image" Target="../media/image65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68.png"/><Relationship Id="rId4" Type="http://schemas.openxmlformats.org/officeDocument/2006/relationships/image" Target="../media/image67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70.emf"/><Relationship Id="rId5" Type="http://schemas.openxmlformats.org/officeDocument/2006/relationships/package" Target="../embeddings/Microsoft_Word_Document65.docx"/><Relationship Id="rId4" Type="http://schemas.openxmlformats.org/officeDocument/2006/relationships/image" Target="../media/image6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913641"/>
              </p:ext>
            </p:extLst>
          </p:nvPr>
        </p:nvGraphicFramePr>
        <p:xfrm>
          <a:off x="914400" y="1600200"/>
          <a:ext cx="7289800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Document" r:id="rId3" imgW="7284815" imgH="2597876" progId="Word.Document.12">
                  <p:embed/>
                </p:oleObj>
              </mc:Choice>
              <mc:Fallback>
                <p:oleObj name="Document" r:id="rId3" imgW="7284815" imgH="25978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1600200"/>
                        <a:ext cx="7289800" cy="2595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495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602533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Document" r:id="rId4" imgW="7301323" imgH="426678" progId="Word.Document.12">
                  <p:embed/>
                </p:oleObj>
              </mc:Choice>
              <mc:Fallback>
                <p:oleObj name="Document" r:id="rId4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777209"/>
              </p:ext>
            </p:extLst>
          </p:nvPr>
        </p:nvGraphicFramePr>
        <p:xfrm>
          <a:off x="914400" y="1107521"/>
          <a:ext cx="7301323" cy="2397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Document" r:id="rId6" imgW="7301323" imgH="2397679" progId="Word.Document.12">
                  <p:embed/>
                </p:oleObj>
              </mc:Choice>
              <mc:Fallback>
                <p:oleObj name="Document" r:id="rId6" imgW="7301323" imgH="23976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107521"/>
                        <a:ext cx="7301323" cy="2397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1242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601535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Document" r:id="rId4" imgW="7301323" imgH="426678" progId="Word.Document.12">
                  <p:embed/>
                </p:oleObj>
              </mc:Choice>
              <mc:Fallback>
                <p:oleObj name="Document" r:id="rId4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64241"/>
              </p:ext>
            </p:extLst>
          </p:nvPr>
        </p:nvGraphicFramePr>
        <p:xfrm>
          <a:off x="914400" y="1109663"/>
          <a:ext cx="7300912" cy="346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Document" r:id="rId6" imgW="7301323" imgH="3463114" progId="Word.Document.12">
                  <p:embed/>
                </p:oleObj>
              </mc:Choice>
              <mc:Fallback>
                <p:oleObj name="Document" r:id="rId6" imgW="7301323" imgH="34631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109663"/>
                        <a:ext cx="7300912" cy="346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9887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525675"/>
              </p:ext>
            </p:extLst>
          </p:nvPr>
        </p:nvGraphicFramePr>
        <p:xfrm>
          <a:off x="914400" y="685800"/>
          <a:ext cx="7302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Document" r:id="rId4" imgW="7301323" imgH="571065" progId="Word.Document.12">
                  <p:embed/>
                </p:oleObj>
              </mc:Choice>
              <mc:Fallback>
                <p:oleObj name="Document" r:id="rId4" imgW="7301323" imgH="5710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691607"/>
              </p:ext>
            </p:extLst>
          </p:nvPr>
        </p:nvGraphicFramePr>
        <p:xfrm>
          <a:off x="922338" y="1143000"/>
          <a:ext cx="7300912" cy="429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name="Document" r:id="rId6" imgW="7301323" imgH="4293426" progId="Word.Document.12">
                  <p:embed/>
                </p:oleObj>
              </mc:Choice>
              <mc:Fallback>
                <p:oleObj name="Document" r:id="rId6" imgW="7301323" imgH="42934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2338" y="1143000"/>
                        <a:ext cx="7300912" cy="429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391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400670"/>
              </p:ext>
            </p:extLst>
          </p:nvPr>
        </p:nvGraphicFramePr>
        <p:xfrm>
          <a:off x="914400" y="685800"/>
          <a:ext cx="73025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Document" r:id="rId3" imgW="7301323" imgH="578986" progId="Word.Document.12">
                  <p:embed/>
                </p:oleObj>
              </mc:Choice>
              <mc:Fallback>
                <p:oleObj name="Document" r:id="rId3" imgW="7301323" imgH="5789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579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847857"/>
              </p:ext>
            </p:extLst>
          </p:nvPr>
        </p:nvGraphicFramePr>
        <p:xfrm>
          <a:off x="914400" y="1143000"/>
          <a:ext cx="7300912" cy="489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Document" r:id="rId5" imgW="7301323" imgH="4896897" progId="Word.Document.12">
                  <p:embed/>
                </p:oleObj>
              </mc:Choice>
              <mc:Fallback>
                <p:oleObj name="Document" r:id="rId5" imgW="7301323" imgH="48968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0912" cy="489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7135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257236"/>
              </p:ext>
            </p:extLst>
          </p:nvPr>
        </p:nvGraphicFramePr>
        <p:xfrm>
          <a:off x="914400" y="685800"/>
          <a:ext cx="73025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Document" r:id="rId4" imgW="7301323" imgH="591948" progId="Word.Document.12">
                  <p:embed/>
                </p:oleObj>
              </mc:Choice>
              <mc:Fallback>
                <p:oleObj name="Document" r:id="rId4" imgW="7301323" imgH="5919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59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813541"/>
              </p:ext>
            </p:extLst>
          </p:nvPr>
        </p:nvGraphicFramePr>
        <p:xfrm>
          <a:off x="914400" y="1143000"/>
          <a:ext cx="7301323" cy="2518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Document" r:id="rId6" imgW="7301323" imgH="2518301" progId="Word.Document.12">
                  <p:embed/>
                </p:oleObj>
              </mc:Choice>
              <mc:Fallback>
                <p:oleObj name="Document" r:id="rId6" imgW="7301323" imgH="25183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25183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508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77804"/>
              </p:ext>
            </p:extLst>
          </p:nvPr>
        </p:nvGraphicFramePr>
        <p:xfrm>
          <a:off x="914400" y="685800"/>
          <a:ext cx="73025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Document" r:id="rId3" imgW="7301323" imgH="707890" progId="Word.Document.12">
                  <p:embed/>
                </p:oleObj>
              </mc:Choice>
              <mc:Fallback>
                <p:oleObj name="Document" r:id="rId3" imgW="7301323" imgH="7078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377093"/>
              </p:ext>
            </p:extLst>
          </p:nvPr>
        </p:nvGraphicFramePr>
        <p:xfrm>
          <a:off x="914400" y="1141413"/>
          <a:ext cx="7300912" cy="251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Document" r:id="rId5" imgW="7301323" imgH="2516501" progId="Word.Document.12">
                  <p:embed/>
                </p:oleObj>
              </mc:Choice>
              <mc:Fallback>
                <p:oleObj name="Document" r:id="rId5" imgW="7301323" imgH="25165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1413"/>
                        <a:ext cx="7300912" cy="2516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0691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823729"/>
              </p:ext>
            </p:extLst>
          </p:nvPr>
        </p:nvGraphicFramePr>
        <p:xfrm>
          <a:off x="914400" y="685800"/>
          <a:ext cx="73025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name="Document" r:id="rId4" imgW="7301323" imgH="604551" progId="Word.Document.12">
                  <p:embed/>
                </p:oleObj>
              </mc:Choice>
              <mc:Fallback>
                <p:oleObj name="Document" r:id="rId4" imgW="7301323" imgH="6045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604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387239"/>
              </p:ext>
            </p:extLst>
          </p:nvPr>
        </p:nvGraphicFramePr>
        <p:xfrm>
          <a:off x="914400" y="1114425"/>
          <a:ext cx="7300912" cy="231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name="Document" r:id="rId6" imgW="7301323" imgH="2314864" progId="Word.Document.12">
                  <p:embed/>
                </p:oleObj>
              </mc:Choice>
              <mc:Fallback>
                <p:oleObj name="Document" r:id="rId6" imgW="7301323" imgH="23148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114425"/>
                        <a:ext cx="7300912" cy="2314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5659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226759"/>
              </p:ext>
            </p:extLst>
          </p:nvPr>
        </p:nvGraphicFramePr>
        <p:xfrm>
          <a:off x="914400" y="685800"/>
          <a:ext cx="7302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Document" r:id="rId4" imgW="7301323" imgH="887923" progId="Word.Document.12">
                  <p:embed/>
                </p:oleObj>
              </mc:Choice>
              <mc:Fallback>
                <p:oleObj name="Document" r:id="rId4" imgW="7301323" imgH="8879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814204"/>
              </p:ext>
            </p:extLst>
          </p:nvPr>
        </p:nvGraphicFramePr>
        <p:xfrm>
          <a:off x="914400" y="1443038"/>
          <a:ext cx="7481888" cy="217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Document" r:id="rId6" imgW="7484255" imgH="2180199" progId="Word.Document.12">
                  <p:embed/>
                </p:oleObj>
              </mc:Choice>
              <mc:Fallback>
                <p:oleObj name="Document" r:id="rId6" imgW="7484255" imgH="21801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443038"/>
                        <a:ext cx="7481888" cy="2176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9565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398639"/>
              </p:ext>
            </p:extLst>
          </p:nvPr>
        </p:nvGraphicFramePr>
        <p:xfrm>
          <a:off x="914400" y="685800"/>
          <a:ext cx="73025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Document" r:id="rId3" imgW="7301323" imgH="501572" progId="Word.Document.12">
                  <p:embed/>
                </p:oleObj>
              </mc:Choice>
              <mc:Fallback>
                <p:oleObj name="Document" r:id="rId3" imgW="7301323" imgH="5015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046073"/>
              </p:ext>
            </p:extLst>
          </p:nvPr>
        </p:nvGraphicFramePr>
        <p:xfrm>
          <a:off x="914400" y="1143000"/>
          <a:ext cx="7301323" cy="3006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Document" r:id="rId5" imgW="7301323" imgH="3007271" progId="Word.Document.12">
                  <p:embed/>
                </p:oleObj>
              </mc:Choice>
              <mc:Fallback>
                <p:oleObj name="Document" r:id="rId5" imgW="7301323" imgH="30072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30069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8263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997918"/>
              </p:ext>
            </p:extLst>
          </p:nvPr>
        </p:nvGraphicFramePr>
        <p:xfrm>
          <a:off x="914400" y="685800"/>
          <a:ext cx="73025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6" name="Document" r:id="rId4" imgW="7301323" imgH="630475" progId="Word.Document.12">
                  <p:embed/>
                </p:oleObj>
              </mc:Choice>
              <mc:Fallback>
                <p:oleObj name="Document" r:id="rId4" imgW="7301323" imgH="6304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630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220" y="1143000"/>
            <a:ext cx="3472180" cy="2767003"/>
          </a:xfrm>
          <a:prstGeom prst="rect">
            <a:avLst/>
          </a:prstGeom>
        </p:spPr>
      </p:pic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759698"/>
              </p:ext>
            </p:extLst>
          </p:nvPr>
        </p:nvGraphicFramePr>
        <p:xfrm>
          <a:off x="914400" y="4038600"/>
          <a:ext cx="730091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Document" r:id="rId7" imgW="7301323" imgH="1143209" progId="Word.Document.12">
                  <p:embed/>
                </p:oleObj>
              </mc:Choice>
              <mc:Fallback>
                <p:oleObj name="Document" r:id="rId7" imgW="7301323" imgH="11432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400" y="4038600"/>
                        <a:ext cx="7300912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5948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862393"/>
              </p:ext>
            </p:extLst>
          </p:nvPr>
        </p:nvGraphicFramePr>
        <p:xfrm>
          <a:off x="914400" y="685800"/>
          <a:ext cx="73025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Document" r:id="rId4" imgW="7301323" imgH="617873" progId="Word.Document.12">
                  <p:embed/>
                </p:oleObj>
              </mc:Choice>
              <mc:Fallback>
                <p:oleObj name="Document" r:id="rId4" imgW="7301323" imgH="6178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617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431561"/>
              </p:ext>
            </p:extLst>
          </p:nvPr>
        </p:nvGraphicFramePr>
        <p:xfrm>
          <a:off x="914400" y="1143000"/>
          <a:ext cx="7302500" cy="233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Document" r:id="rId6" imgW="7301323" imgH="2329627" progId="Word.Document.12">
                  <p:embed/>
                </p:oleObj>
              </mc:Choice>
              <mc:Fallback>
                <p:oleObj name="Document" r:id="rId6" imgW="7301323" imgH="23296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2500" cy="2330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391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612354"/>
              </p:ext>
            </p:extLst>
          </p:nvPr>
        </p:nvGraphicFramePr>
        <p:xfrm>
          <a:off x="914400" y="685800"/>
          <a:ext cx="73025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Document" r:id="rId3" imgW="7301323" imgH="578986" progId="Word.Document.12">
                  <p:embed/>
                </p:oleObj>
              </mc:Choice>
              <mc:Fallback>
                <p:oleObj name="Document" r:id="rId3" imgW="7301323" imgH="5789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579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399788"/>
              </p:ext>
            </p:extLst>
          </p:nvPr>
        </p:nvGraphicFramePr>
        <p:xfrm>
          <a:off x="914400" y="1143000"/>
          <a:ext cx="7302500" cy="381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Document" r:id="rId5" imgW="7301323" imgH="3810578" progId="Word.Document.12">
                  <p:embed/>
                </p:oleObj>
              </mc:Choice>
              <mc:Fallback>
                <p:oleObj name="Document" r:id="rId5" imgW="7301323" imgH="38105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2500" cy="381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176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049948"/>
              </p:ext>
            </p:extLst>
          </p:nvPr>
        </p:nvGraphicFramePr>
        <p:xfrm>
          <a:off x="914400" y="685800"/>
          <a:ext cx="73025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name="Document" r:id="rId3" imgW="7301323" imgH="578986" progId="Word.Document.12">
                  <p:embed/>
                </p:oleObj>
              </mc:Choice>
              <mc:Fallback>
                <p:oleObj name="Document" r:id="rId3" imgW="7301323" imgH="5789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579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673812"/>
              </p:ext>
            </p:extLst>
          </p:nvPr>
        </p:nvGraphicFramePr>
        <p:xfrm>
          <a:off x="914400" y="1144993"/>
          <a:ext cx="7560585" cy="4189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5" name="Document" r:id="rId5" imgW="7560585" imgH="4189007" progId="Word.Document.12">
                  <p:embed/>
                </p:oleObj>
              </mc:Choice>
              <mc:Fallback>
                <p:oleObj name="Document" r:id="rId5" imgW="7560585" imgH="41890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4993"/>
                        <a:ext cx="7560585" cy="4189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6711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468802"/>
              </p:ext>
            </p:extLst>
          </p:nvPr>
        </p:nvGraphicFramePr>
        <p:xfrm>
          <a:off x="914400" y="685800"/>
          <a:ext cx="73025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8" name="Document" r:id="rId3" imgW="7301323" imgH="720492" progId="Word.Document.12">
                  <p:embed/>
                </p:oleObj>
              </mc:Choice>
              <mc:Fallback>
                <p:oleObj name="Document" r:id="rId3" imgW="7301323" imgH="7204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72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219072"/>
              </p:ext>
            </p:extLst>
          </p:nvPr>
        </p:nvGraphicFramePr>
        <p:xfrm>
          <a:off x="914400" y="1119187"/>
          <a:ext cx="7302500" cy="360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Document" r:id="rId5" imgW="7301323" imgH="3604260" progId="Word.Document.12">
                  <p:embed/>
                </p:oleObj>
              </mc:Choice>
              <mc:Fallback>
                <p:oleObj name="Document" r:id="rId5" imgW="7301323" imgH="36042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19187"/>
                        <a:ext cx="7302500" cy="3605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1416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60839"/>
              </p:ext>
            </p:extLst>
          </p:nvPr>
        </p:nvGraphicFramePr>
        <p:xfrm>
          <a:off x="914400" y="685800"/>
          <a:ext cx="7302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Document" r:id="rId3" imgW="7301323" imgH="913487" progId="Word.Document.12">
                  <p:embed/>
                </p:oleObj>
              </mc:Choice>
              <mc:Fallback>
                <p:oleObj name="Document" r:id="rId3" imgW="7301323" imgH="9134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483889"/>
              </p:ext>
            </p:extLst>
          </p:nvPr>
        </p:nvGraphicFramePr>
        <p:xfrm>
          <a:off x="914400" y="1142999"/>
          <a:ext cx="7301323" cy="2600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Document" r:id="rId5" imgW="7301323" imgH="2600756" progId="Word.Document.12">
                  <p:embed/>
                </p:oleObj>
              </mc:Choice>
              <mc:Fallback>
                <p:oleObj name="Document" r:id="rId5" imgW="7301323" imgH="26007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2999"/>
                        <a:ext cx="7301323" cy="26007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4286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200784"/>
              </p:ext>
            </p:extLst>
          </p:nvPr>
        </p:nvGraphicFramePr>
        <p:xfrm>
          <a:off x="914400" y="685800"/>
          <a:ext cx="73025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Document" r:id="rId3" imgW="7301323" imgH="630475" progId="Word.Document.12">
                  <p:embed/>
                </p:oleObj>
              </mc:Choice>
              <mc:Fallback>
                <p:oleObj name="Document" r:id="rId3" imgW="7301323" imgH="6304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630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577475"/>
              </p:ext>
            </p:extLst>
          </p:nvPr>
        </p:nvGraphicFramePr>
        <p:xfrm>
          <a:off x="914400" y="1143000"/>
          <a:ext cx="7300912" cy="472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Document" r:id="rId5" imgW="7301323" imgH="4722265" progId="Word.Document.12">
                  <p:embed/>
                </p:oleObj>
              </mc:Choice>
              <mc:Fallback>
                <p:oleObj name="Document" r:id="rId5" imgW="7301323" imgH="47222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0912" cy="4721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803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222856"/>
              </p:ext>
            </p:extLst>
          </p:nvPr>
        </p:nvGraphicFramePr>
        <p:xfrm>
          <a:off x="914400" y="685800"/>
          <a:ext cx="73025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Document" r:id="rId3" imgW="7301323" imgH="681965" progId="Word.Document.12">
                  <p:embed/>
                </p:oleObj>
              </mc:Choice>
              <mc:Fallback>
                <p:oleObj name="Document" r:id="rId3" imgW="7301323" imgH="6819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738516"/>
              </p:ext>
            </p:extLst>
          </p:nvPr>
        </p:nvGraphicFramePr>
        <p:xfrm>
          <a:off x="914400" y="1143000"/>
          <a:ext cx="7280275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name="Document" r:id="rId5" imgW="7301323" imgH="2037253" progId="Word.Document.12">
                  <p:embed/>
                </p:oleObj>
              </mc:Choice>
              <mc:Fallback>
                <p:oleObj name="Document" r:id="rId5" imgW="7301323" imgH="20372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280275" cy="202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7517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99295"/>
              </p:ext>
            </p:extLst>
          </p:nvPr>
        </p:nvGraphicFramePr>
        <p:xfrm>
          <a:off x="914400" y="685800"/>
          <a:ext cx="7302500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Document" r:id="rId3" imgW="7301323" imgH="1055353" progId="Word.Document.12">
                  <p:embed/>
                </p:oleObj>
              </mc:Choice>
              <mc:Fallback>
                <p:oleObj name="Document" r:id="rId3" imgW="7301323" imgH="10553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1055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108506"/>
              </p:ext>
            </p:extLst>
          </p:nvPr>
        </p:nvGraphicFramePr>
        <p:xfrm>
          <a:off x="914400" y="1143000"/>
          <a:ext cx="7302500" cy="318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Document" r:id="rId5" imgW="7301323" imgH="3179742" progId="Word.Document.12">
                  <p:embed/>
                </p:oleObj>
              </mc:Choice>
              <mc:Fallback>
                <p:oleObj name="Document" r:id="rId5" imgW="7301323" imgH="31797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2500" cy="318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9430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945469"/>
              </p:ext>
            </p:extLst>
          </p:nvPr>
        </p:nvGraphicFramePr>
        <p:xfrm>
          <a:off x="914400" y="685800"/>
          <a:ext cx="73025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Document" r:id="rId3" imgW="7301323" imgH="1106843" progId="Word.Document.12">
                  <p:embed/>
                </p:oleObj>
              </mc:Choice>
              <mc:Fallback>
                <p:oleObj name="Document" r:id="rId3" imgW="7301323" imgH="11068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1108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081410"/>
              </p:ext>
            </p:extLst>
          </p:nvPr>
        </p:nvGraphicFramePr>
        <p:xfrm>
          <a:off x="914400" y="1143000"/>
          <a:ext cx="748665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Document" r:id="rId5" imgW="7493518" imgH="2122949" progId="Word.Document.12">
                  <p:embed/>
                </p:oleObj>
              </mc:Choice>
              <mc:Fallback>
                <p:oleObj name="Document" r:id="rId5" imgW="7493518" imgH="21229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486650" cy="2114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074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635308"/>
              </p:ext>
            </p:extLst>
          </p:nvPr>
        </p:nvGraphicFramePr>
        <p:xfrm>
          <a:off x="914400" y="685800"/>
          <a:ext cx="73025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2" name="Document" r:id="rId3" imgW="7301323" imgH="694567" progId="Word.Document.12">
                  <p:embed/>
                </p:oleObj>
              </mc:Choice>
              <mc:Fallback>
                <p:oleObj name="Document" r:id="rId3" imgW="7301323" imgH="6945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69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268774"/>
              </p:ext>
            </p:extLst>
          </p:nvPr>
        </p:nvGraphicFramePr>
        <p:xfrm>
          <a:off x="914400" y="1143000"/>
          <a:ext cx="7302500" cy="210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3" name="Document" r:id="rId5" imgW="7301323" imgH="2098104" progId="Word.Document.12">
                  <p:embed/>
                </p:oleObj>
              </mc:Choice>
              <mc:Fallback>
                <p:oleObj name="Document" r:id="rId5" imgW="7301323" imgH="20981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2500" cy="2100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9151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434283"/>
              </p:ext>
            </p:extLst>
          </p:nvPr>
        </p:nvGraphicFramePr>
        <p:xfrm>
          <a:off x="914400" y="685800"/>
          <a:ext cx="730250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6" name="Document" r:id="rId3" imgW="7301323" imgH="836073" progId="Word.Document.12">
                  <p:embed/>
                </p:oleObj>
              </mc:Choice>
              <mc:Fallback>
                <p:oleObj name="Document" r:id="rId3" imgW="7301323" imgH="8360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836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496972"/>
              </p:ext>
            </p:extLst>
          </p:nvPr>
        </p:nvGraphicFramePr>
        <p:xfrm>
          <a:off x="914400" y="1143000"/>
          <a:ext cx="7315200" cy="513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7" name="Document" r:id="rId5" imgW="7301323" imgH="5145702" progId="Word.Document.12">
                  <p:embed/>
                </p:oleObj>
              </mc:Choice>
              <mc:Fallback>
                <p:oleObj name="Document" r:id="rId5" imgW="7301323" imgH="51457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15200" cy="5138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8392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991941"/>
              </p:ext>
            </p:extLst>
          </p:nvPr>
        </p:nvGraphicFramePr>
        <p:xfrm>
          <a:off x="914400" y="685800"/>
          <a:ext cx="73025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2" name="Document" r:id="rId3" imgW="7301323" imgH="617873" progId="Word.Document.12">
                  <p:embed/>
                </p:oleObj>
              </mc:Choice>
              <mc:Fallback>
                <p:oleObj name="Document" r:id="rId3" imgW="7301323" imgH="6178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617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492844"/>
              </p:ext>
            </p:extLst>
          </p:nvPr>
        </p:nvGraphicFramePr>
        <p:xfrm>
          <a:off x="914400" y="1066800"/>
          <a:ext cx="7560585" cy="4502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3" name="Document" r:id="rId5" imgW="7560585" imgH="4502985" progId="Word.Document.12">
                  <p:embed/>
                </p:oleObj>
              </mc:Choice>
              <mc:Fallback>
                <p:oleObj name="Document" r:id="rId5" imgW="7560585" imgH="4502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560585" cy="4502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8397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870226"/>
              </p:ext>
            </p:extLst>
          </p:nvPr>
        </p:nvGraphicFramePr>
        <p:xfrm>
          <a:off x="914400" y="685800"/>
          <a:ext cx="73025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" name="Document" r:id="rId3" imgW="7301323" imgH="630475" progId="Word.Document.12">
                  <p:embed/>
                </p:oleObj>
              </mc:Choice>
              <mc:Fallback>
                <p:oleObj name="Document" r:id="rId3" imgW="7301323" imgH="6304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630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841738"/>
              </p:ext>
            </p:extLst>
          </p:nvPr>
        </p:nvGraphicFramePr>
        <p:xfrm>
          <a:off x="914400" y="1066800"/>
          <a:ext cx="7445375" cy="428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5" name="Document" r:id="rId5" imgW="7454871" imgH="4286585" progId="Word.Document.12">
                  <p:embed/>
                </p:oleObj>
              </mc:Choice>
              <mc:Fallback>
                <p:oleObj name="Document" r:id="rId5" imgW="7454871" imgH="42865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445375" cy="428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0662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47126"/>
              </p:ext>
            </p:extLst>
          </p:nvPr>
        </p:nvGraphicFramePr>
        <p:xfrm>
          <a:off x="914400" y="685800"/>
          <a:ext cx="73025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Document" r:id="rId3" imgW="7301323" imgH="488970" progId="Word.Document.12">
                  <p:embed/>
                </p:oleObj>
              </mc:Choice>
              <mc:Fallback>
                <p:oleObj name="Document" r:id="rId3" imgW="7301323" imgH="4889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941024"/>
              </p:ext>
            </p:extLst>
          </p:nvPr>
        </p:nvGraphicFramePr>
        <p:xfrm>
          <a:off x="914400" y="1120774"/>
          <a:ext cx="7301323" cy="3299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9" name="Document" r:id="rId5" imgW="7301323" imgH="3299284" progId="Word.Document.12">
                  <p:embed/>
                </p:oleObj>
              </mc:Choice>
              <mc:Fallback>
                <p:oleObj name="Document" r:id="rId5" imgW="7301323" imgH="3299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20774"/>
                        <a:ext cx="7301323" cy="3299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2196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694771"/>
              </p:ext>
            </p:extLst>
          </p:nvPr>
        </p:nvGraphicFramePr>
        <p:xfrm>
          <a:off x="914400" y="685800"/>
          <a:ext cx="73025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2" name="Document" r:id="rId3" imgW="7301323" imgH="578986" progId="Word.Document.12">
                  <p:embed/>
                </p:oleObj>
              </mc:Choice>
              <mc:Fallback>
                <p:oleObj name="Document" r:id="rId3" imgW="7301323" imgH="5789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579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530255"/>
              </p:ext>
            </p:extLst>
          </p:nvPr>
        </p:nvGraphicFramePr>
        <p:xfrm>
          <a:off x="914400" y="1085850"/>
          <a:ext cx="7484255" cy="4634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3" name="Document" r:id="rId5" imgW="7484255" imgH="4634769" progId="Word.Document.12">
                  <p:embed/>
                </p:oleObj>
              </mc:Choice>
              <mc:Fallback>
                <p:oleObj name="Document" r:id="rId5" imgW="7484255" imgH="46347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5850"/>
                        <a:ext cx="7484255" cy="4634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2402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909365"/>
              </p:ext>
            </p:extLst>
          </p:nvPr>
        </p:nvGraphicFramePr>
        <p:xfrm>
          <a:off x="914400" y="685800"/>
          <a:ext cx="73025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6" name="Document" r:id="rId3" imgW="7301323" imgH="694567" progId="Word.Document.12">
                  <p:embed/>
                </p:oleObj>
              </mc:Choice>
              <mc:Fallback>
                <p:oleObj name="Document" r:id="rId3" imgW="7301323" imgH="6945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69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690865"/>
              </p:ext>
            </p:extLst>
          </p:nvPr>
        </p:nvGraphicFramePr>
        <p:xfrm>
          <a:off x="914400" y="1143000"/>
          <a:ext cx="7886700" cy="432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7" name="Document" r:id="rId5" imgW="7896661" imgH="4338434" progId="Word.Document.12">
                  <p:embed/>
                </p:oleObj>
              </mc:Choice>
              <mc:Fallback>
                <p:oleObj name="Document" r:id="rId5" imgW="7896661" imgH="43384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886700" cy="432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8971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150481"/>
              </p:ext>
            </p:extLst>
          </p:nvPr>
        </p:nvGraphicFramePr>
        <p:xfrm>
          <a:off x="914400" y="685800"/>
          <a:ext cx="73025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Document" r:id="rId3" imgW="7301323" imgH="514534" progId="Word.Document.12">
                  <p:embed/>
                </p:oleObj>
              </mc:Choice>
              <mc:Fallback>
                <p:oleObj name="Document" r:id="rId3" imgW="7301323" imgH="5145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779610"/>
              </p:ext>
            </p:extLst>
          </p:nvPr>
        </p:nvGraphicFramePr>
        <p:xfrm>
          <a:off x="914400" y="1143000"/>
          <a:ext cx="7875588" cy="469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1" name="Document" r:id="rId5" imgW="7876185" imgH="4717224" progId="Word.Document.12">
                  <p:embed/>
                </p:oleObj>
              </mc:Choice>
              <mc:Fallback>
                <p:oleObj name="Document" r:id="rId5" imgW="7876185" imgH="47172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875588" cy="4697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1565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115880"/>
              </p:ext>
            </p:extLst>
          </p:nvPr>
        </p:nvGraphicFramePr>
        <p:xfrm>
          <a:off x="914400" y="685800"/>
          <a:ext cx="73025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Document" r:id="rId3" imgW="7301323" imgH="553061" progId="Word.Document.12">
                  <p:embed/>
                </p:oleObj>
              </mc:Choice>
              <mc:Fallback>
                <p:oleObj name="Document" r:id="rId3" imgW="7301323" imgH="5530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554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43000"/>
            <a:ext cx="7239000" cy="396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54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339470"/>
              </p:ext>
            </p:extLst>
          </p:nvPr>
        </p:nvGraphicFramePr>
        <p:xfrm>
          <a:off x="914400" y="685800"/>
          <a:ext cx="73025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0" name="Document" r:id="rId3" imgW="7301323" imgH="540459" progId="Word.Document.12">
                  <p:embed/>
                </p:oleObj>
              </mc:Choice>
              <mc:Fallback>
                <p:oleObj name="Document" r:id="rId3" imgW="7301323" imgH="5404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541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43000"/>
            <a:ext cx="7239000" cy="396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98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124523"/>
              </p:ext>
            </p:extLst>
          </p:nvPr>
        </p:nvGraphicFramePr>
        <p:xfrm>
          <a:off x="914400" y="685800"/>
          <a:ext cx="73025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2" name="Document" r:id="rId3" imgW="7301323" imgH="681965" progId="Word.Document.12">
                  <p:embed/>
                </p:oleObj>
              </mc:Choice>
              <mc:Fallback>
                <p:oleObj name="Document" r:id="rId3" imgW="7301323" imgH="6819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637354"/>
              </p:ext>
            </p:extLst>
          </p:nvPr>
        </p:nvGraphicFramePr>
        <p:xfrm>
          <a:off x="914400" y="1066800"/>
          <a:ext cx="7445375" cy="225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3" name="Document" r:id="rId5" imgW="7454871" imgH="2252572" progId="Word.Document.12">
                  <p:embed/>
                </p:oleObj>
              </mc:Choice>
              <mc:Fallback>
                <p:oleObj name="Document" r:id="rId5" imgW="7454871" imgH="22525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445375" cy="2252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0258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27382"/>
              </p:ext>
            </p:extLst>
          </p:nvPr>
        </p:nvGraphicFramePr>
        <p:xfrm>
          <a:off x="914400" y="685800"/>
          <a:ext cx="73025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6" name="Document" r:id="rId3" imgW="7301323" imgH="746057" progId="Word.Document.12">
                  <p:embed/>
                </p:oleObj>
              </mc:Choice>
              <mc:Fallback>
                <p:oleObj name="Document" r:id="rId3" imgW="7301323" imgH="7460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74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824204"/>
              </p:ext>
            </p:extLst>
          </p:nvPr>
        </p:nvGraphicFramePr>
        <p:xfrm>
          <a:off x="914400" y="1063625"/>
          <a:ext cx="7750175" cy="498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7" name="Document" r:id="rId5" imgW="7753366" imgH="5003836" progId="Word.Document.12">
                  <p:embed/>
                </p:oleObj>
              </mc:Choice>
              <mc:Fallback>
                <p:oleObj name="Document" r:id="rId5" imgW="7753366" imgH="50038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3625"/>
                        <a:ext cx="7750175" cy="4983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4955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739927"/>
              </p:ext>
            </p:extLst>
          </p:nvPr>
        </p:nvGraphicFramePr>
        <p:xfrm>
          <a:off x="914400" y="685800"/>
          <a:ext cx="73025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0" name="Document" r:id="rId3" imgW="7301323" imgH="566024" progId="Word.Document.12">
                  <p:embed/>
                </p:oleObj>
              </mc:Choice>
              <mc:Fallback>
                <p:oleObj name="Document" r:id="rId3" imgW="7301323" imgH="5660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855748"/>
              </p:ext>
            </p:extLst>
          </p:nvPr>
        </p:nvGraphicFramePr>
        <p:xfrm>
          <a:off x="914400" y="1143000"/>
          <a:ext cx="7301323" cy="3979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1" name="Document" r:id="rId5" imgW="7301323" imgH="3979089" progId="Word.Document.12">
                  <p:embed/>
                </p:oleObj>
              </mc:Choice>
              <mc:Fallback>
                <p:oleObj name="Document" r:id="rId5" imgW="7301323" imgH="39790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39790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2542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262634"/>
              </p:ext>
            </p:extLst>
          </p:nvPr>
        </p:nvGraphicFramePr>
        <p:xfrm>
          <a:off x="914400" y="685800"/>
          <a:ext cx="73025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6" name="Document" r:id="rId3" imgW="7301323" imgH="514534" progId="Word.Document.12">
                  <p:embed/>
                </p:oleObj>
              </mc:Choice>
              <mc:Fallback>
                <p:oleObj name="Document" r:id="rId3" imgW="7301323" imgH="5145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818" y="1147762"/>
            <a:ext cx="5682382" cy="494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8699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695843"/>
              </p:ext>
            </p:extLst>
          </p:nvPr>
        </p:nvGraphicFramePr>
        <p:xfrm>
          <a:off x="914400" y="685800"/>
          <a:ext cx="73025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7" name="Document" r:id="rId3" imgW="7301323" imgH="759379" progId="Word.Document.12">
                  <p:embed/>
                </p:oleObj>
              </mc:Choice>
              <mc:Fallback>
                <p:oleObj name="Document" r:id="rId3" imgW="7301323" imgH="7593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2500" cy="760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073516"/>
              </p:ext>
            </p:extLst>
          </p:nvPr>
        </p:nvGraphicFramePr>
        <p:xfrm>
          <a:off x="914400" y="1145386"/>
          <a:ext cx="7301323" cy="3350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8" name="Document" r:id="rId5" imgW="7301323" imgH="3350414" progId="Word.Document.12">
                  <p:embed/>
                </p:oleObj>
              </mc:Choice>
              <mc:Fallback>
                <p:oleObj name="Document" r:id="rId5" imgW="7301323" imgH="33504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5386"/>
                        <a:ext cx="7301323" cy="33504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124386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with title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</TotalTime>
  <Words>1159</Words>
  <Application>Microsoft Office PowerPoint</Application>
  <PresentationFormat>On-screen Show (4:3)</PresentationFormat>
  <Paragraphs>166</Paragraphs>
  <Slides>35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Arial Narrow</vt:lpstr>
      <vt:lpstr>Times New Roman</vt:lpstr>
      <vt:lpstr>Slide with title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Mike Murach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</dc:creator>
  <cp:lastModifiedBy>cong tran</cp:lastModifiedBy>
  <cp:revision>61</cp:revision>
  <dcterms:created xsi:type="dcterms:W3CDTF">2010-11-30T18:46:51Z</dcterms:created>
  <dcterms:modified xsi:type="dcterms:W3CDTF">2022-03-08T01:54:17Z</dcterms:modified>
</cp:coreProperties>
</file>